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4"/>
  </p:notesMasterIdLst>
  <p:sldIdLst>
    <p:sldId id="312" r:id="rId2"/>
    <p:sldId id="313" r:id="rId3"/>
    <p:sldId id="314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</p:sldIdLst>
  <p:sldSz cx="9144000" cy="5143500" type="screen16x9"/>
  <p:notesSz cx="6858000" cy="9144000"/>
  <p:embeddedFontLst>
    <p:embeddedFont>
      <p:font typeface="Lexend" panose="02020500000000000000" charset="0"/>
      <p:regular r:id="rId15"/>
      <p:bold r:id="rId16"/>
    </p:embeddedFont>
    <p:embeddedFont>
      <p:font typeface="Manrope Medium" panose="02020500000000000000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B19B54-5EE1-465F-BAFF-F3339AD90186}">
  <a:tblStyle styleId="{31B19B54-5EE1-465F-BAFF-F3339AD901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79" autoAdjust="0"/>
    <p:restoredTop sz="94398" autoAdjust="0"/>
  </p:normalViewPr>
  <p:slideViewPr>
    <p:cSldViewPr snapToGrid="0">
      <p:cViewPr>
        <p:scale>
          <a:sx n="75" d="100"/>
          <a:sy n="75" d="100"/>
        </p:scale>
        <p:origin x="261" y="6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869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_1_2">
    <p:bg>
      <p:bgPr>
        <a:gradFill>
          <a:gsLst>
            <a:gs pos="0">
              <a:schemeClr val="accent2"/>
            </a:gs>
            <a:gs pos="73000">
              <a:schemeClr val="accent3"/>
            </a:gs>
            <a:gs pos="100000">
              <a:schemeClr val="accent1"/>
            </a:gs>
          </a:gsLst>
          <a:lin ang="18900044" scaled="0"/>
        </a:gra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36"/>
          <p:cNvGrpSpPr/>
          <p:nvPr/>
        </p:nvGrpSpPr>
        <p:grpSpPr>
          <a:xfrm>
            <a:off x="-4375" y="880875"/>
            <a:ext cx="9148375" cy="34500"/>
            <a:chOff x="-4375" y="880875"/>
            <a:chExt cx="9148375" cy="34500"/>
          </a:xfrm>
        </p:grpSpPr>
        <p:sp>
          <p:nvSpPr>
            <p:cNvPr id="215" name="Google Shape;215;p36"/>
            <p:cNvSpPr/>
            <p:nvPr/>
          </p:nvSpPr>
          <p:spPr>
            <a:xfrm rot="10800000" flipH="1">
              <a:off x="-4375" y="880875"/>
              <a:ext cx="496800" cy="3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6"/>
            <p:cNvSpPr/>
            <p:nvPr/>
          </p:nvSpPr>
          <p:spPr>
            <a:xfrm rot="10800000" flipH="1">
              <a:off x="8431500" y="880875"/>
              <a:ext cx="712500" cy="3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_1_2_1">
    <p:bg>
      <p:bgPr>
        <a:gradFill>
          <a:gsLst>
            <a:gs pos="0">
              <a:schemeClr val="accent2"/>
            </a:gs>
            <a:gs pos="73000">
              <a:schemeClr val="accent3"/>
            </a:gs>
            <a:gs pos="100000">
              <a:schemeClr val="accent1"/>
            </a:gs>
          </a:gsLst>
          <a:lin ang="8100019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37"/>
          <p:cNvGrpSpPr/>
          <p:nvPr/>
        </p:nvGrpSpPr>
        <p:grpSpPr>
          <a:xfrm>
            <a:off x="-4375" y="880875"/>
            <a:ext cx="9148375" cy="34500"/>
            <a:chOff x="-4375" y="880875"/>
            <a:chExt cx="9148375" cy="34500"/>
          </a:xfrm>
        </p:grpSpPr>
        <p:sp>
          <p:nvSpPr>
            <p:cNvPr id="219" name="Google Shape;219;p37"/>
            <p:cNvSpPr/>
            <p:nvPr/>
          </p:nvSpPr>
          <p:spPr>
            <a:xfrm rot="10800000" flipH="1">
              <a:off x="-4375" y="880875"/>
              <a:ext cx="496800" cy="3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7"/>
            <p:cNvSpPr/>
            <p:nvPr/>
          </p:nvSpPr>
          <p:spPr>
            <a:xfrm rot="10800000" flipH="1">
              <a:off x="8431500" y="880875"/>
              <a:ext cx="712500" cy="3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2275" y="356649"/>
            <a:ext cx="77196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2275" y="1159148"/>
            <a:ext cx="7719600" cy="3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●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○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■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●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○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■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●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○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■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82" r:id="rId2"/>
    <p:sldLayoutId id="214748368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卡通 的圖片&#10;&#10;AI 產生的內容可能不正確。">
            <a:extLst>
              <a:ext uri="{FF2B5EF4-FFF2-40B4-BE49-F238E27FC236}">
                <a16:creationId xmlns:a16="http://schemas.microsoft.com/office/drawing/2014/main" id="{CF4DBE31-5B74-147B-A8E0-F7169262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7" b="12333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FB72EEC-F336-E0F0-6793-A49871AE9E3D}"/>
              </a:ext>
            </a:extLst>
          </p:cNvPr>
          <p:cNvSpPr/>
          <p:nvPr/>
        </p:nvSpPr>
        <p:spPr>
          <a:xfrm>
            <a:off x="1171746" y="1995100"/>
            <a:ext cx="457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GOLD MINE</a:t>
            </a:r>
            <a:endParaRPr lang="zh-TW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A6F2F09-114F-6F55-63DD-B37156F910AC}"/>
              </a:ext>
            </a:extLst>
          </p:cNvPr>
          <p:cNvSpPr/>
          <p:nvPr/>
        </p:nvSpPr>
        <p:spPr>
          <a:xfrm>
            <a:off x="7167363" y="3049370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7601352-F828-F67B-CB08-E648BDF520B1}"/>
              </a:ext>
            </a:extLst>
          </p:cNvPr>
          <p:cNvSpPr/>
          <p:nvPr/>
        </p:nvSpPr>
        <p:spPr>
          <a:xfrm>
            <a:off x="7167363" y="3754105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SETTING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5DAE77A-5BB6-04A4-9E60-10D42A266BC2}"/>
              </a:ext>
            </a:extLst>
          </p:cNvPr>
          <p:cNvSpPr/>
          <p:nvPr/>
        </p:nvSpPr>
        <p:spPr>
          <a:xfrm>
            <a:off x="7167363" y="4458841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OPTIONS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022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6FC49-EC54-6B12-8677-911575920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卡通 的圖片&#10;&#10;AI 產生的內容可能不正確。">
            <a:extLst>
              <a:ext uri="{FF2B5EF4-FFF2-40B4-BE49-F238E27FC236}">
                <a16:creationId xmlns:a16="http://schemas.microsoft.com/office/drawing/2014/main" id="{D32A6946-32A5-1E50-D0D5-604F77158A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7" b="12333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CCC8356-D2F7-7866-F0B6-F86CB58C5725}"/>
              </a:ext>
            </a:extLst>
          </p:cNvPr>
          <p:cNvSpPr/>
          <p:nvPr/>
        </p:nvSpPr>
        <p:spPr>
          <a:xfrm>
            <a:off x="1171746" y="1995100"/>
            <a:ext cx="457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GOLD MINE</a:t>
            </a:r>
            <a:endParaRPr lang="zh-TW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63557C4-9A0C-90DD-0804-C38294F62A38}"/>
              </a:ext>
            </a:extLst>
          </p:cNvPr>
          <p:cNvSpPr/>
          <p:nvPr/>
        </p:nvSpPr>
        <p:spPr>
          <a:xfrm>
            <a:off x="7167363" y="3049370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D570046-2B93-36B7-7B12-D146CC38FEC0}"/>
              </a:ext>
            </a:extLst>
          </p:cNvPr>
          <p:cNvSpPr/>
          <p:nvPr/>
        </p:nvSpPr>
        <p:spPr>
          <a:xfrm>
            <a:off x="7167363" y="3754105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SETTING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DACF872-F08B-A49E-D438-554844DE9229}"/>
              </a:ext>
            </a:extLst>
          </p:cNvPr>
          <p:cNvSpPr/>
          <p:nvPr/>
        </p:nvSpPr>
        <p:spPr>
          <a:xfrm>
            <a:off x="7167363" y="4458841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OPTIONS</a:t>
            </a:r>
            <a:endParaRPr lang="zh-TW" altLang="en-US" dirty="0"/>
          </a:p>
        </p:txBody>
      </p:sp>
      <p:sp>
        <p:nvSpPr>
          <p:cNvPr id="2" name="箭號: 向右 1">
            <a:extLst>
              <a:ext uri="{FF2B5EF4-FFF2-40B4-BE49-F238E27FC236}">
                <a16:creationId xmlns:a16="http://schemas.microsoft.com/office/drawing/2014/main" id="{4862C63F-6ECB-BF98-7E31-47E0929C7A4D}"/>
              </a:ext>
            </a:extLst>
          </p:cNvPr>
          <p:cNvSpPr/>
          <p:nvPr/>
        </p:nvSpPr>
        <p:spPr>
          <a:xfrm>
            <a:off x="6586965" y="3194469"/>
            <a:ext cx="394233" cy="2244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9815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CF3E-8B10-8AFE-0B66-3B91A57B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卡通 的圖片&#10;&#10;AI 產生的內容可能不正確。">
            <a:extLst>
              <a:ext uri="{FF2B5EF4-FFF2-40B4-BE49-F238E27FC236}">
                <a16:creationId xmlns:a16="http://schemas.microsoft.com/office/drawing/2014/main" id="{15079454-5042-F4B1-C94C-0A65E8A6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67" b="12333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600D3-A092-7D76-728B-C863D4451D75}"/>
              </a:ext>
            </a:extLst>
          </p:cNvPr>
          <p:cNvSpPr/>
          <p:nvPr/>
        </p:nvSpPr>
        <p:spPr>
          <a:xfrm>
            <a:off x="1171746" y="1995100"/>
            <a:ext cx="4572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GOLD MINE</a:t>
            </a:r>
            <a:endParaRPr lang="zh-TW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57A1B00-5948-7D57-E12D-7F7B64D409A4}"/>
              </a:ext>
            </a:extLst>
          </p:cNvPr>
          <p:cNvSpPr/>
          <p:nvPr/>
        </p:nvSpPr>
        <p:spPr>
          <a:xfrm>
            <a:off x="7331626" y="3142451"/>
            <a:ext cx="1336009" cy="36959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START</a:t>
            </a:r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A6A7761-49EC-9A76-4AB5-00700923758F}"/>
              </a:ext>
            </a:extLst>
          </p:cNvPr>
          <p:cNvSpPr/>
          <p:nvPr/>
        </p:nvSpPr>
        <p:spPr>
          <a:xfrm>
            <a:off x="7167363" y="3754105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SETTING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678D8C8-9F0B-C5E7-AE7B-93C42220CB70}"/>
              </a:ext>
            </a:extLst>
          </p:cNvPr>
          <p:cNvSpPr/>
          <p:nvPr/>
        </p:nvSpPr>
        <p:spPr>
          <a:xfrm>
            <a:off x="7167363" y="4458841"/>
            <a:ext cx="1670012" cy="51469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OPTIONS</a:t>
            </a:r>
            <a:endParaRPr lang="zh-TW" altLang="en-US" dirty="0"/>
          </a:p>
        </p:txBody>
      </p:sp>
      <p:sp>
        <p:nvSpPr>
          <p:cNvPr id="2" name="箭號: 向右 1">
            <a:extLst>
              <a:ext uri="{FF2B5EF4-FFF2-40B4-BE49-F238E27FC236}">
                <a16:creationId xmlns:a16="http://schemas.microsoft.com/office/drawing/2014/main" id="{F3212E37-E858-2A23-FC4F-BFCD6D4DEF44}"/>
              </a:ext>
            </a:extLst>
          </p:cNvPr>
          <p:cNvSpPr/>
          <p:nvPr/>
        </p:nvSpPr>
        <p:spPr>
          <a:xfrm>
            <a:off x="6586965" y="3194469"/>
            <a:ext cx="394233" cy="2244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10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050F-F4BB-2E55-098A-3235ABA3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9D630C77-3BE3-899B-A178-E8463B5AFB06}"/>
              </a:ext>
            </a:extLst>
          </p:cNvPr>
          <p:cNvGrpSpPr/>
          <p:nvPr/>
        </p:nvGrpSpPr>
        <p:grpSpPr>
          <a:xfrm>
            <a:off x="0" y="4210812"/>
            <a:ext cx="9144000" cy="932688"/>
            <a:chOff x="0" y="4210812"/>
            <a:chExt cx="9144000" cy="932688"/>
          </a:xfrm>
        </p:grpSpPr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D8D73CE-1F0D-E148-EBFA-34B89B5E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25C302F-9825-CE5C-69A6-C2EA3B8DB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7" name="圖片 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4132C6B-88E9-DB8A-6916-0C397E8AC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B716985-0E12-E911-DF63-AE96CAD01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FC485D0-A2C6-5C0C-A54F-7D550B4B8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ADA6C98E-7CCE-2553-7C61-177939A1C0F8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7F3E10C4-BB9C-99E9-582B-092FD1A91EEA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F52EE41D-C7C9-8F78-D83A-50A86B2B5F23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51128FF2-2758-98FE-1EAA-F27EC3CB82BF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622AA3B2-1A98-F31A-B5E0-8202368CEB83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2617F73B-6531-D8F5-C412-0E9EC9D82399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0F4AAB1C-3D7D-ED7D-7F1F-4990A7B9DF31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B291CA6A-A7A8-432C-5509-C61DA636D894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E3B8540C-1026-2D88-06B3-CE95C1C7B105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0CA99646-5522-26AB-01BF-7E84859C249D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C5F1DA4D-5757-BBDA-4467-8D941194E8E8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623B3958-F9A9-3DEF-C1B3-13C49424D228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78AEEAAE-0D5D-C908-9175-6C2D1BEAAE73}"/>
              </a:ext>
            </a:extLst>
          </p:cNvPr>
          <p:cNvGrpSpPr/>
          <p:nvPr/>
        </p:nvGrpSpPr>
        <p:grpSpPr>
          <a:xfrm>
            <a:off x="3409171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65BB9B52-5993-86FF-5E8B-87E64E4EE6EA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5F47A58F-483D-35BF-34DA-08C3D28B8BDC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EF3DBF1F-E888-9BAF-F2F6-379D5FB955FE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BB06B60D-B6A2-0216-4091-E4DD98A15244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EDE4929B-4004-6CFF-64E6-1869D1BAE45B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57AB063C-F999-0513-264C-368421227D3D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BED27DF7-390B-B825-1F73-89E81D8319D3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1C87D824-9217-8A2E-4DDD-2BC5F0308E0B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8C04A76D-CD1E-9C32-438F-70592627E1DB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253339B5-A877-E4D6-4F29-47864292382B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536F9DA1-05F5-3E50-3BAC-F650D322BC55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F49CD248-25D7-43BF-1323-C039B3FE08E5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28CFAF65-6CFC-8A62-C936-0F681764D6E9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5FF5329E-6A2D-BD12-059E-ECB9B113750F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230D3FB8-FAA1-A1EB-4197-9F8F49208A7C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EF75B4B8-C567-BFEB-4F2A-585DBA0F9E11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A724DAE1-02A3-F4BE-E5C7-3269AFEDFCD8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4B7D7B4E-2979-20E5-B302-FF2FD1929977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1F7E02EF-B3EC-9A7F-0D29-B06CE0C70D68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92B56BBA-D66C-3F89-9CBB-65935B86BAB6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6AECC721-6FE7-15F2-8B31-07EF6547BAE1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6F0900B2-DD1D-8D90-75B2-370858FB37C2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F21143D2-CB36-D30C-E917-D099A8E4F882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E2487BCE-CCF9-CE74-8133-654CC1B0DE7C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F165B2CA-5515-830F-CB16-B10EE97E392D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3733691D-3ABD-27E7-106F-04D576B5449B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4D10267E-E13F-FDA9-AE86-8D5435BC5E0B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EBCD8108-7BD3-ED64-BF10-1E50FE18E1A1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44DD74B6-B102-ECD4-32D1-CCDE3B549A71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AE1CFC5E-1240-C2EB-762A-ED1DF1B10D55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7BAA32FE-1FC4-1034-3D2E-69938DB36634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5652A888-AA93-AF98-39B9-82D7C10C828A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1EB6BB11-BDA1-44BF-1B1F-671034276C0F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8D3AD049-2D77-92E4-C1EC-023B03413303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8D4F1FD3-E631-992B-49CB-1C17692BD717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DE7FCF16-E2C0-85BC-80A5-726BA2D76C5B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F725B1EA-2F68-DC47-E8B4-80E395A52400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7D03EB92-B182-86B3-5AA3-0718CD58D29A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C6FED9B7-A7B1-EB34-AAFE-B387E33722A6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D529C417-CEFE-CB74-D54E-B77A1EF6D3CD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551231C6-6732-40E0-0A22-12B48097B769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2F19BB45-E32A-D703-2BD6-B3AA7F24ECC1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D5972B72-0A6E-0660-F124-8B1D60A9997C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2FF56798-F7D4-A75E-EAC0-B0D2E5C96D07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EDF6A3A7-B088-1630-A6CD-6629B2BC7E4B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8B30F283-A835-A291-D19A-C3B4DD587FDD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90E26B5D-26A8-B10B-1C13-7964A9156FF7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7C0C3B69-73B5-A9EB-DB1F-64C09D935557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F3D8158A-EEF2-9144-09BD-4526F83D2F70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B8CE8D4D-B895-8D94-9E18-E64B907E301F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2B4B7DB3-694A-83DF-80C8-4E855AA2AB54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0C4B825A-CEA1-C365-729D-67B8CDF229C8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F0595529-F0EA-DFC1-12EB-9C2BE43E2951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4C976213-8CB3-9302-3B31-F5AC8253A290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7B3A9AFC-DB6D-61E7-ED5F-E07E07E3404C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D1BB509F-2548-C61A-DAAE-ED75CB86230B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D6019ED9-7B81-B1EE-2FD3-83A9D8DB229A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3BA71446-2F84-B352-F37B-8A6B2ED1669E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2842A945-B3E7-9812-FEC9-235464D82777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4D91785B-1E49-27ED-7BA6-2617451AFAA3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8D637E8B-2348-76C7-3663-E096ADC5F7B7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Setting</a:t>
            </a:r>
            <a:endParaRPr lang="zh-TW" altLang="en-US" dirty="0"/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A82E8E33-986D-E55E-37A0-C9072342ED44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Help</a:t>
            </a:r>
            <a:endParaRPr lang="zh-TW" altLang="en-US" dirty="0"/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D452715-0121-3206-36B8-C2E445B42833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$ 300</a:t>
            </a:r>
            <a:endParaRPr lang="zh-TW" altLang="en-US" dirty="0"/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F92530DD-2C86-1853-D0B1-8F0ADBDD1B60}"/>
              </a:ext>
            </a:extLst>
          </p:cNvPr>
          <p:cNvSpPr txBox="1"/>
          <p:nvPr/>
        </p:nvSpPr>
        <p:spPr>
          <a:xfrm>
            <a:off x="3650991" y="188556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 ft</a:t>
            </a:r>
            <a:endParaRPr lang="zh-TW" altLang="en-US" dirty="0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E659C0AE-D85E-254C-C257-52B23525BEF1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42A1FC6A-7188-004A-CFE5-76DD71FC0F3E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AFDB572D-9F2C-9780-075D-61DC22EF6560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F9C65A49-7D0D-09D1-E761-0BBAA6373E53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59539656-00BE-A9B2-041D-D6681F2435AA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D3BB73AF-E378-C49C-A5C4-18C38F58E28C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4C8091FE-793D-7F26-F7D2-4AEC96CE1775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D92D0084-1F56-246F-F0D9-72727AF15B5B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53AD6CE3-AD14-049F-42F3-A08C9CAB475D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44E70A83-43C4-F503-AD8F-BDD83CAA2AFF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738533C8-79D0-90DF-E7DC-641BD76FFAEC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DE50918B-F717-1728-A42D-E7E713FF508E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10D607F4-86D9-4632-87C9-9840E5198880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AFB1F5C0-C539-99C8-3A6E-DE57F7D06FDA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EF85FC78-7595-A5A8-5A58-ACF114624890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7377681B-7622-6422-B7CD-5BB6FD3EF37F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2BAD3F8C-045E-71B1-697C-A43BA6C83817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474275B9-1E61-D198-059B-1CAF08F28629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2A5BE2C8-F4D4-68AD-3C1C-831EBACD0138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F169E172-2846-8CBB-4647-195DE60F7400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4EF7D625-C8AE-C153-7F23-C67AB551358B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26CACA5D-35A1-7EB3-6B2E-B584218D23F1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79E59BCB-FDBB-8E6B-7F35-47C0418493D0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5486E8ED-0224-2A4C-FAEC-4AD473AFF0E9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EA5F3F96-3338-28E9-C954-580840F9B8B0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909BF10E-77B5-E327-70B7-FF6A1D19EB20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C6BA1D72-E9FD-B8CE-06BC-A91631E86C86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B4BA00E6-C394-3F88-5EAD-897364921BAF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3F7955B2-2E74-53E7-3800-74371C58D6B8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54F4273B-C0E4-A779-6D41-978D2A94C3A7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2979EE7A-323B-A0DD-D782-A3DDF8BE9112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B44F5EF1-07D5-9AE7-6D4C-ABD73031FDA5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0FE8461A-4DC9-0434-E8C9-215A2AC691BE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C1FCBAF9-8632-A12E-358B-157931C135D6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29AEA2D3-1677-77FA-AAEC-670247B8A7A1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2366A405-C787-FC95-C6B9-322690BC9155}"/>
              </a:ext>
            </a:extLst>
          </p:cNvPr>
          <p:cNvSpPr/>
          <p:nvPr/>
        </p:nvSpPr>
        <p:spPr>
          <a:xfrm>
            <a:off x="455033" y="761320"/>
            <a:ext cx="1828800" cy="20584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3" name="圖片 172" descr="一張含有 螢幕擷取畫面, 圖形, 美工圖案, Rectangle 的圖片&#10;&#10;AI 產生的內容可能不正確。">
            <a:extLst>
              <a:ext uri="{FF2B5EF4-FFF2-40B4-BE49-F238E27FC236}">
                <a16:creationId xmlns:a16="http://schemas.microsoft.com/office/drawing/2014/main" id="{26A1F6DE-E48C-31BA-6B9F-7222AF7F3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34" y="2445258"/>
            <a:ext cx="1871509" cy="1871509"/>
          </a:xfrm>
          <a:prstGeom prst="rect">
            <a:avLst/>
          </a:prstGeom>
        </p:spPr>
      </p:pic>
      <p:pic>
        <p:nvPicPr>
          <p:cNvPr id="180" name="圖片 179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D8EDDC74-C3C3-9A23-89A5-761531405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11" y="2656527"/>
            <a:ext cx="1570007" cy="157000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B42C103-4C64-904A-5931-9AE297562B36}"/>
              </a:ext>
            </a:extLst>
          </p:cNvPr>
          <p:cNvSpPr/>
          <p:nvPr/>
        </p:nvSpPr>
        <p:spPr>
          <a:xfrm>
            <a:off x="3117491" y="1481706"/>
            <a:ext cx="24929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START</a:t>
            </a:r>
            <a:endParaRPr lang="zh-TW" altLang="en-US" sz="54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C8F0B19-9E2B-FE1B-FE25-AE7AB5CFAD0F}"/>
              </a:ext>
            </a:extLst>
          </p:cNvPr>
          <p:cNvGrpSpPr/>
          <p:nvPr/>
        </p:nvGrpSpPr>
        <p:grpSpPr>
          <a:xfrm>
            <a:off x="3966280" y="2506236"/>
            <a:ext cx="795411" cy="1694909"/>
            <a:chOff x="3867557" y="2551610"/>
            <a:chExt cx="795411" cy="1694909"/>
          </a:xfrm>
        </p:grpSpPr>
        <p:pic>
          <p:nvPicPr>
            <p:cNvPr id="4" name="圖片 3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729F19FE-FF0A-4357-822E-16634973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1" name="圖片 10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44F9C1B2-27EE-375F-C34B-0BD665D76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033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7A809-C634-A72B-5557-AB3E8F30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5A2FB17A-8AA8-462A-6EB8-969A6A216E83}"/>
              </a:ext>
            </a:extLst>
          </p:cNvPr>
          <p:cNvGrpSpPr/>
          <p:nvPr/>
        </p:nvGrpSpPr>
        <p:grpSpPr>
          <a:xfrm>
            <a:off x="0" y="397025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50DA5D7-6A04-0626-FBB6-33D5B3880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DCCFAE9-034E-7C47-78FF-28E5556CC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A6FD17B-7A2B-D699-FC0B-550169F31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CA33752-F597-8E1C-65AD-101C64101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92729AF-BE6B-21EC-8F47-4B1178F26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E6349619-EDDC-A4CF-0B63-1D63AEFDD5FF}"/>
              </a:ext>
            </a:extLst>
          </p:cNvPr>
          <p:cNvGrpSpPr/>
          <p:nvPr/>
        </p:nvGrpSpPr>
        <p:grpSpPr>
          <a:xfrm>
            <a:off x="0" y="3520073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F8AF3CB-0248-3B4E-C4AD-929F066F9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5B91DFF-B3E0-593A-A973-C785B5B54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54FD050-1ED8-D6DE-6349-7983EEBB0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5302C66-9DC2-31FD-57C5-ABBE3E10F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75F901E-7BBD-84F6-BB19-C9380CF4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F6CDDDEC-6137-98AF-3FAB-33D589C13CC1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995F5867-A69E-3F76-0DA4-165FC02B6094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374A7064-1E80-7125-C904-435F102B16FE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F57617FD-8030-EF1F-15F9-11F052B111CF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A6D1D873-1590-46BE-3500-ED9072918596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F8171849-4FE6-9C1D-D405-B7FB153200DF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D94E5B1B-2F6D-93ED-BEA8-13497FF5F760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85DB3959-BE48-8D84-46E5-AA813A11C52B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39E8C6FC-CAB7-EE1F-F298-DBB16EBFAA0A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CB7399B2-5D48-61C0-0FDF-DC481BD0A622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526CC685-D693-F3B2-7096-42B0728485E1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8C90132E-5ACD-0710-03CE-173795FCF61F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8F140454-23B5-5CAE-3CA9-4527B68FD1F1}"/>
              </a:ext>
            </a:extLst>
          </p:cNvPr>
          <p:cNvGrpSpPr/>
          <p:nvPr/>
        </p:nvGrpSpPr>
        <p:grpSpPr>
          <a:xfrm>
            <a:off x="3409171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DE144594-3849-2EE9-DE7B-A0DE459B64AF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4B4ECA9E-0561-3AED-C283-8E269C87752A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B4A361F8-E0A9-FD9C-79E4-753E5B929757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45FF15AF-749C-D71A-39D5-7345404DE131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C58D243F-CB00-2DE6-74E9-32BE2724586C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D68EFC5A-0791-1B7A-4463-777A5C979693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9BC22EA6-4AA7-694E-EBC3-6C3AF547F003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F87A701D-1E76-4244-039D-0B399D2B58FE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170C2598-466D-1CEA-B401-4D40982CE077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FF723BD0-B9DD-7240-A48A-A2DA39E03542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D86F6C4B-8948-3AAB-F946-690B355F0C58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AB06A363-977B-EFE7-CEFE-4B762A25C76A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2E495FD2-138B-41D8-A417-D3836DEC10A5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8BD64644-2765-B39A-E361-76FD03EAE09A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3D530CCA-9C3C-0D55-B299-0EAD529CDD6C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8F609E84-7613-18F0-DD1A-49B41BFB6C76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76CA471B-CC0F-3010-22CB-E3569ADCF0CE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45621264-A9FB-128A-AFFE-47E4BB7974E9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92B8942A-71B5-8B38-1A32-3FA2AE7060DA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71C60DF9-F84A-0BA6-CC8A-F961E02A60EC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46B43D4E-4CDD-E2D8-2D1C-70CE36D1A572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1591624C-B752-8925-997D-34297DB704FA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C41604BD-9679-2D3B-CAF9-1E999FA3F699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30A6E942-0A7A-3227-A9FB-749B10F7C518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896D6AAF-C7B5-328D-BF9A-C37F648E5B43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677B22E8-CFBA-9FE3-D42E-B4A65E85E1AD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0718DC6C-25B4-F99C-549E-5A41C4FC0F2A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6D54F287-B68D-A6BA-A83B-C61328D89F15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E1A8ABE9-F7BE-66A1-F177-01C3CA2392D8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3DF57C3C-0CD0-246C-8EE9-FBAB4B4A5097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2F5967D9-7B8A-CACB-A64D-2DAFAEB14045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2E2989F3-A601-D3E5-BD8F-D0FAAD362FDC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45190A72-38D0-FEC0-E913-EBDAFB2BE7FB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5109F473-C79C-A9F9-BB97-3A868580C15E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2FFB43E3-962F-2B44-6ADD-95C602636F25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83913C97-85F5-7984-D149-F1FCAB74D4BF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4C22920B-EFBC-45D2-3223-8BF7474F89F8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3C827251-DD40-ACF9-C64E-021DEB642C3D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91A9E0C7-8418-F36B-886A-41A5D7534F9D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807DDF9B-865F-8D4E-1E30-F33B3719A6C0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86DC38F7-83EE-CEA3-4590-CABF78F85A4C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257790CA-8419-E3F7-62F6-ECB59364252F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2471398D-3B69-865A-C275-C2F8E89C9A4E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E8536FC5-DAEB-7E2A-85AD-33C86D0CC199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F215B16A-7B35-236B-F27B-D37CDBCF0EDD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E36335A6-D8EE-42ED-B4BA-38D6E069A62C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449F17D9-11B7-78D9-5979-35492D21E304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45FE8125-4DEE-2CF0-7776-EF8F95F51559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A7D94F94-61E6-0C6C-FFA5-152ADC54EF7A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C7166D0B-1FAA-9645-A08D-A51FDDB406EA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A2A1AD4C-7A57-397D-B54B-D661060A0790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BF58F7FE-F00B-89FF-E100-A2B2AACF8330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EA0D68A0-2FF6-BC67-D0B5-25D2D01171F4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0271999C-9CE9-F0E5-06EF-8C489E21FFDF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810AD3D0-B81D-EAC2-8D61-7B4F44F20563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BA7181EF-3B25-6EB6-976E-B808770AF8CC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3DDB4C2A-9CBF-7ED9-A663-0A611A55E8CA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76C575FE-1A79-D227-3B03-EC7752AB31AA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557EFBDC-EC11-509C-58D9-B392A73C0844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3CDD80EA-0201-7188-B731-26A4ECAA3115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AD16549D-496A-2B56-F24A-658FCF883A21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Setting</a:t>
            </a:r>
            <a:endParaRPr lang="zh-TW" altLang="en-US" dirty="0"/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8D8590A0-9FF7-FEB7-0D21-4D843C265BAF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Help</a:t>
            </a:r>
            <a:endParaRPr lang="zh-TW" altLang="en-US" dirty="0"/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2BBF2615-2DAC-73FA-BBF4-137FB132ADA3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$ 300</a:t>
            </a:r>
            <a:endParaRPr lang="zh-TW" altLang="en-US" dirty="0"/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79DB12E7-EC6B-388C-66E9-B00E505745FD}"/>
              </a:ext>
            </a:extLst>
          </p:cNvPr>
          <p:cNvSpPr txBox="1"/>
          <p:nvPr/>
        </p:nvSpPr>
        <p:spPr>
          <a:xfrm>
            <a:off x="3650991" y="188556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-50 ft</a:t>
            </a:r>
            <a:endParaRPr lang="zh-TW" altLang="en-US" dirty="0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32799BC8-A1E2-993E-A3D1-AC9FB7905A1D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0B0E05FA-2848-24B3-BE75-E50C5FBB19AC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B5B93FFE-AC46-1E92-05D2-03DA1E474E9C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1DA1872A-85E6-005E-6163-BF8C2F38FF60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D9969B9B-2553-FAB2-3975-CCC378BB36A5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14FD99D9-076E-A634-5393-69DD947AB38C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E58A9A23-9F1A-4BAD-3D46-EBB16AE6FF36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2A5C491D-B309-152B-20FC-5D64C7A65B2B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82B3BFC1-5F21-DF39-45F9-37B799088A1C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66D9792D-FACB-5D63-C8C4-33776B05F24F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DADA876A-BDF3-D2F0-192E-8640F8AF8E04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F518F697-A549-7433-3660-99B2301C4FAB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17BEAF87-5B64-E7CE-27D7-B42868289102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1937E90D-29EB-1940-ECA9-21EC932771A5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9D94C745-52EA-76EE-827D-3C3D1668B3D4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51173027-3953-FAC2-0189-F6EF03CD461B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01C09B6D-3D4B-2450-2CA0-1E67F68C3083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924FD3D0-30A2-2031-FF1B-EDC3C2EAE8A0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B67C8150-DED9-4F44-65A4-1E86D22F87F3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D3DEBFE6-8B3A-AC0C-7A4A-B9D06ECDB253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D474D643-F098-E030-9DC8-DD16CA370B52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CCA7A2C9-DC0C-B7DD-4CA3-22C6AFFC222F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674A6DF2-0709-52E3-091E-F22C3D0D6A34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D881D9B5-740F-57DF-3221-59706C592F20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D3D8A7AB-57A2-D606-F422-3EFEB4925189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859F28F3-8165-2477-B520-48CB0533F553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A62D5958-1187-A60D-571A-8072E6C82B94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20C26B8B-9D21-C4D0-0DAE-758560F41488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57F6EDF6-DC76-E4DB-FB91-614C0A2DAFF6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9FDF6407-3437-C56E-D201-E7EED63CEC58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AF5481A4-D035-D7A7-8933-3D57B2BAAB36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88452A90-9D3A-E333-F37A-889A8DF8D44C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D0BEA62B-6F06-106B-94FE-074CD7E7B763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CA3AF71A-C69D-DD4D-BA74-82412DA27A23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B15B80BC-07B6-6098-94EE-D1D05F75B98D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3" name="圖片 172" descr="一張含有 螢幕擷取畫面, 圖形, 美工圖案, Rectangle 的圖片&#10;&#10;AI 產生的內容可能不正確。">
            <a:extLst>
              <a:ext uri="{FF2B5EF4-FFF2-40B4-BE49-F238E27FC236}">
                <a16:creationId xmlns:a16="http://schemas.microsoft.com/office/drawing/2014/main" id="{80C29018-5264-067C-C9BA-2CA6E160E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34" y="1045488"/>
            <a:ext cx="1871509" cy="1871509"/>
          </a:xfrm>
          <a:prstGeom prst="rect">
            <a:avLst/>
          </a:prstGeom>
        </p:spPr>
      </p:pic>
      <p:pic>
        <p:nvPicPr>
          <p:cNvPr id="180" name="圖片 179" descr="一張含有 螢幕擷取畫面, 設計 的圖片&#10;&#10;AI 產生的內容可能不正確。">
            <a:extLst>
              <a:ext uri="{FF2B5EF4-FFF2-40B4-BE49-F238E27FC236}">
                <a16:creationId xmlns:a16="http://schemas.microsoft.com/office/drawing/2014/main" id="{1D1FA16A-5A1C-0D1B-8C55-D8A8D0C89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11" y="1256757"/>
            <a:ext cx="1570007" cy="1570007"/>
          </a:xfrm>
          <a:prstGeom prst="rect">
            <a:avLst/>
          </a:prstGeom>
        </p:spPr>
      </p:pic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00D8656A-CD32-5AC1-CA44-2B11D5E88216}"/>
              </a:ext>
            </a:extLst>
          </p:cNvPr>
          <p:cNvGrpSpPr/>
          <p:nvPr/>
        </p:nvGrpSpPr>
        <p:grpSpPr>
          <a:xfrm>
            <a:off x="0" y="2826763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3D2CE3E-EDF3-B08C-ACE9-4F1112F05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F173FA5-5C04-B86D-F2CB-E9E85EDAC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3071B5F-C0D8-33BC-A597-06A011CB0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570C327-D562-4FFD-2E71-42E4F557D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59ED529-4DB1-F0EA-0A1B-4DAD575BF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E90FEBE4-AE99-8EFF-B84F-3E0BDC8326DE}"/>
              </a:ext>
            </a:extLst>
          </p:cNvPr>
          <p:cNvGrpSpPr/>
          <p:nvPr/>
        </p:nvGrpSpPr>
        <p:grpSpPr>
          <a:xfrm rot="10800000">
            <a:off x="3944500" y="2810153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78FF5674-C0D4-243E-F9ED-903A4F16F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479FAEA3-650B-215F-EDEF-531A628D3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38ED4976-402B-6B8B-8350-63C8CCE6B6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3499" y="3622932"/>
            <a:ext cx="643466" cy="643466"/>
          </a:xfrm>
          <a:prstGeom prst="rect">
            <a:avLst/>
          </a:prstGeom>
        </p:spPr>
      </p:pic>
      <p:pic>
        <p:nvPicPr>
          <p:cNvPr id="86" name="圖片 85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63A72D55-F37E-2A02-8948-38F983D237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152" y="4316880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42D54169-C350-7E68-2DBE-082FE9581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594" y="3536981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E3825A0D-9897-113E-2D6A-B30AC905D2EF}"/>
              </a:ext>
            </a:extLst>
          </p:cNvPr>
          <p:cNvGrpSpPr/>
          <p:nvPr/>
        </p:nvGrpSpPr>
        <p:grpSpPr>
          <a:xfrm rot="21124692">
            <a:off x="8510841" y="4285763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A04D1DDC-0538-352B-F3DF-3B5781857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C46DF118-962C-E70E-7404-477E57BB4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E93A1D5A-B2CB-D8D7-E02C-8F5ADBA2528E}"/>
              </a:ext>
            </a:extLst>
          </p:cNvPr>
          <p:cNvGrpSpPr/>
          <p:nvPr/>
        </p:nvGrpSpPr>
        <p:grpSpPr>
          <a:xfrm>
            <a:off x="455033" y="761320"/>
            <a:ext cx="1828800" cy="205848"/>
            <a:chOff x="455033" y="761320"/>
            <a:chExt cx="1828800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A5A0AD1E-A445-3A7E-AE36-D1E97F790AA1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6330D90-FD53-F50B-CDCC-3853DAD62292}"/>
                </a:ext>
              </a:extLst>
            </p:cNvPr>
            <p:cNvSpPr/>
            <p:nvPr/>
          </p:nvSpPr>
          <p:spPr>
            <a:xfrm>
              <a:off x="1958809" y="761320"/>
              <a:ext cx="325024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961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BBFA1-A402-58B8-4451-4422CA54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375CAAD8-E91F-D5D6-FC5C-AF51FA8E9D7B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995460E-BA1D-889C-AE75-DB3A718F6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BC431A0-1718-6AA1-7E3C-B89EA3888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D1EE3F0-C048-D567-C4FB-C3B6F7C84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2A42BCB-2458-2FED-3302-8B00E0986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8B1FB90-D373-E165-9F2A-2387D1299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CD2FA713-56B2-6067-555E-4F64329D6B93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3B06C83-6CF7-176E-7EC4-373180C24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5F7924C-4320-8775-C39C-09B6A14C0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4AE8F4E-DA20-FCFC-F2CC-0D1D0F482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5929CD6-9987-DC8A-7841-B75DC724D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45338A7-D01E-16A2-6E26-D725B8832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B3184FF6-528B-074D-6D6A-7326AB75BCE5}"/>
              </a:ext>
            </a:extLst>
          </p:cNvPr>
          <p:cNvGrpSpPr/>
          <p:nvPr/>
        </p:nvGrpSpPr>
        <p:grpSpPr>
          <a:xfrm>
            <a:off x="0" y="2843671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B5367F2-5F8C-369B-6B1F-8BF80837F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7ACD86C-91C5-6E78-4D79-23543B449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64657D0-E2A4-1AE4-85AA-7A5049DAA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E622699-ADE7-1D8A-2A34-2B2981D3A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18742A4-05C2-14B8-B481-ACEC69A71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374FDF3F-7381-D497-9AD2-7D0F3F8E35DF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DF0FF8F-A7DE-0914-936B-5C47C14C5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E281CFD-1FEF-EB4F-05E0-C324DEC2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D081F01-4298-BC39-843C-0B7D54190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E964A11-A520-EB33-5CF1-7A34A5D11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596D009-8BAB-625F-9510-52A771D8C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4A663ACA-4A90-A357-02CD-084B0047B005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B1B66B6-0E9F-4BC1-9EE5-A8A0C92AF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9DFC61A-707C-6F6E-9985-2B31EB86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5E08CBD-CEBF-692D-41EF-5BB33D401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8F31817-AA6A-84E2-2D96-E41F9D8FF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34FFCA9-B904-0628-0504-E9773C130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8CBD2CF9-9309-3162-3FE0-D4990B490CF3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6DC68DD-392D-2133-1545-76EEFDF72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F34ECEA-C93C-B779-9E63-46D3C8FB3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185288D-CE8A-B066-A021-60B479F6C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9726D6D-AF17-0414-D3A7-96AFE64C4E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EF1335D-D426-AF17-B1D0-91FE8EECA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432F2E35-DE0B-C656-E2D7-28F184B4BB56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589E9BF-1D90-A6ED-700E-65E14EE56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00DD3C7-3547-2792-F4CA-A9A50344E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85DD1FF-BBA1-5287-1350-9BCF15F54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EA0A2EA-50EA-F4A7-1581-F890E6536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608F70A-D75B-879C-4303-157EA4235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6176A8CB-A9C0-723C-2AEC-2A0697EBEAED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39138B9-E081-2E6C-FD24-C12A165EF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FEE8908-3476-5B7C-925F-E28710B49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B0FA034-C0B8-A5FD-BA05-ECE4DDCCC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B188883-AE33-9097-496B-EBB3049F2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CDE43B5-2C89-2007-13F4-91C521B46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6DA805F0-1017-4494-1967-0C2452B25E75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5A55E179-C699-0E55-FD32-503C4D59C898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0E4580E7-1A3A-C07C-9CDE-E99B7F2089CD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886F363E-46CA-F7CF-DDFE-9197C8057970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98F601B6-C0A5-020D-6274-DDA6FB5412FE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E0681F14-34C2-FB64-44F9-5C851F192E6E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55BAB9AB-7AEB-AC79-6F60-533E236707A8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4C052FCE-7323-4CED-425C-2C7020015B23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693BB078-C67A-7905-A6EB-74900AFD6DE4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040EE3F4-C828-FA42-235D-6BED80ACA9DF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2F25E3B6-631B-3E4F-CF36-5ABB11440112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0AC97E67-8F25-FC1C-AB70-35FF6300BFD2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4CFD7F92-D0BA-DB7C-0DA5-6D0582537F95}"/>
              </a:ext>
            </a:extLst>
          </p:cNvPr>
          <p:cNvGrpSpPr/>
          <p:nvPr/>
        </p:nvGrpSpPr>
        <p:grpSpPr>
          <a:xfrm>
            <a:off x="3409171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DCFAF5AE-55B8-EBC5-D11C-C1E490A7C9C0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735B301B-40DC-FD95-BE16-0EF6222482EC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29AA113E-2304-F2B9-6F9D-A0C2C656D4DD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DFA59A63-2B75-A376-60A7-3F2A190B2A29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B345D237-9050-CED6-3219-CE3990F7DEC0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026D16CA-16FE-505D-DE27-D042504E989B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B51D36DF-29E3-F204-5B61-54E464F0B747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00FF711A-4504-20A4-313E-22D57C50BFDC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F97A2CD4-EF47-EC5A-F96E-D76753F07726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306BFBE5-0BC7-87C9-A7D6-F5B4E167D380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B9B93CDE-166D-B602-68C7-B6E2AA689359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08ABE9B0-CE70-CF42-542C-227D614704C1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A73C29E2-9DDE-93B0-2BAE-0BBE7517BBFC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AB4D86CE-F438-F2FA-3562-FA7ACEC15ABD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B856E53C-9F02-A7AF-F32D-C40104D6B3B4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70207F81-EE17-F13B-A0C9-7DF08F6046FC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9CD84181-7E33-CB06-B0A1-A6FF14345BBC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52F002F1-1EB8-ED84-99BC-FEBE4C88F908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37314BB8-8A04-E0F3-4AE5-08EF91D6E77D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79D78EAF-C91F-02D4-658A-45D7C3955A70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66825AB8-DBEF-687D-54CB-5C579EB2B174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40C7B261-A10A-EA89-553D-A9FFFC505CE1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26779040-D50D-77D1-A8B4-93A616742802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15214F44-541F-D312-6458-5301B474623E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7F50A302-F34E-2089-A5AB-254B4948F8D9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D4616C4F-C85C-426F-C844-BEF3AF0A9783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42BE1EFA-CFB1-7BE9-47A9-50389636B5C6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AE3DD576-47D2-EAE4-53A2-26B5DFFF898C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B8DAA931-5AAC-F4A7-3961-D5F575A430C0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D9C5D960-F620-BD34-F058-8BDCA56D5D9E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E02C9436-F9D0-A3FC-714F-6E370ACD33D8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6F20DE19-D533-B547-77D0-33790E9762B3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A5671FD4-698C-3B6C-E6CC-DDCD3E732C59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0F66A2E5-86BA-4CAA-03E0-86354ABEADDF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1B2FCC52-F4AD-7608-D7D1-6E40A0D2E191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315E5270-1850-04FD-68D7-43B96F179770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61E76433-ED67-D7D4-A3FD-9CFA9B2B42CC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E4748700-89FF-1B3D-B4E6-49C9E70306D4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2CA6C2E6-E027-1FFD-CBC6-629B4DED1358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613A9165-5B15-6096-CC95-255D7C27BE91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EFF8A2BE-3CE7-71E1-E6E1-EF7E8BD486FB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98A9A38F-6C05-00CF-F430-4CE216360BC7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9B28F22F-2710-8587-E9A8-B985FD484C97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2A33DD87-16D3-5DAA-B5AE-6375ADDFB549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62699B92-5F1A-DAAA-697F-7566F9FF47F5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896528AF-A965-FDA4-A037-9EA29D586288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9650E1F4-03A4-6A3A-3FDE-CDC44FDF2B06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A81E7B68-1796-2D6A-5A65-BB6EE7B9FCB8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71026C7B-064F-C56D-16F2-A41BDD831275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DEFFFDA0-544A-BB53-2103-270125191DFB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87956825-4847-18D1-961C-2F4C2AB282F7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61BD31C0-51FE-002C-489E-E62EDD60CDB1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746D5B0D-531A-E57C-B56E-2A61618C154E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F0BBF511-A63A-46D2-A64F-075D18E97E82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1B067D8F-ECAE-DF85-B3CE-0955FAE5D37A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697231B4-FF23-3C43-2A57-5739F291E283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B78AD5D1-6D09-2DC5-6F69-DB66347CE262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827E75C0-E8F1-0CCA-725A-5CBCB7452B9F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B682B5DF-8BD1-7E76-CB86-F1D5CB6B6E9E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3600429C-CBF0-5033-A6B3-0A5E4461ECB5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A6272080-F93F-1EA0-2F59-9DB6CF51066F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2C71C25-CAF4-7DAF-2238-D10548E7C4D7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F570516-CC28-657D-7DCB-1883729E6FFD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$ 300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10774B45-E6ED-8AF3-EF52-2483879EF76F}"/>
              </a:ext>
            </a:extLst>
          </p:cNvPr>
          <p:cNvSpPr txBox="1"/>
          <p:nvPr/>
        </p:nvSpPr>
        <p:spPr>
          <a:xfrm>
            <a:off x="3650991" y="188556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-70 ft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734292A3-8928-F94F-36FB-0B44D5014CF0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0B2E1A47-11A6-2587-B187-34850F8D9F97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94838179-492B-3D90-93A5-3DE4E105C141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26DB90AD-B62C-80B7-CDB8-27098686488E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FDC41566-61D4-C8EE-C2E5-F1FEC2FF8D59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BD786ED8-7DE3-FE60-AD64-EC08F921FCBD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A13870C2-9960-804C-6E75-593D6ECB975E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027E93FA-08CA-0EAC-1F56-3726568D5133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80A8CEF4-66B9-68B9-B1A9-CD788F7A94A9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671E470C-2B4F-B5DF-DB41-2B280B708728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999603B8-C085-AD14-D27D-B2E661B9C8D9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F94ACADA-E4BA-74A8-88AF-C924B0B29567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0BCB18E2-AE03-2F06-A0D6-A16E43FEC17B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816257AE-82A1-90D2-CB9B-77FC7B04AC04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ED2A89CF-82E1-C364-DE91-C30481101A9E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F8845AA8-2BBE-E0D3-BEF5-1E0454431D0A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31589759-247B-3B21-EA31-483A5852CA37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C3AF0AA9-88DB-0BE8-A483-A0DAF677567F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8809A4E6-46F3-196F-6DE5-1F29AD57C56E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0760783F-CF4F-D9C3-5D23-ADCE0249CF18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D350A953-0A1A-3654-E587-A286BAC18E51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EFEA8C93-15CA-D4DA-6C3B-696DABDEC34E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8E5B17B3-7968-65AB-E5C5-7AD562CFFC2E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DAFFA019-BD64-5DA5-7920-B06ADE69F087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22C2F1F8-9666-7A50-7FE2-780B696B721B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A5972EE6-202A-EB08-E24F-02A8615552EA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4D5EABBB-75C0-AB8C-948B-7E88AB7BE500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0C4A87F5-F144-ECC5-4444-18B80F19DEBD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034D6DEB-A034-C4D6-40C2-C9C39F81695F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EA4CFE35-D3FC-6866-FE47-3142B1388C8B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8B17B708-15D4-9569-06F3-D7B448FD6F8F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7400267A-7FFB-0499-88A7-2AEC5E92F298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3A19F0FF-67BF-F6F9-4694-22BEA642FA59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3FD2B5E6-0AD3-1C9C-7DC3-FAD4F37A5E78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A30FB1D0-58B3-5E35-7724-56CABAD5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6" name="圖片 85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5CCC9162-1136-659F-2FFD-47E5E40F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659" y="1669021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BF653FDA-9B5E-7B89-320D-04D5708FC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F5B14B0D-B3EE-FBB7-82C8-35E6CB84DEC9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EEE2D6E2-BC72-7492-6123-CF854E543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A72748E1-F4DA-A637-E88E-B1A23D087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E82DDF3A-0C90-52CE-32BF-C81AD3AD5427}"/>
              </a:ext>
            </a:extLst>
          </p:cNvPr>
          <p:cNvGrpSpPr/>
          <p:nvPr/>
        </p:nvGrpSpPr>
        <p:grpSpPr>
          <a:xfrm>
            <a:off x="455033" y="761320"/>
            <a:ext cx="1828800" cy="205848"/>
            <a:chOff x="455033" y="761320"/>
            <a:chExt cx="1828800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3011894D-8B64-9935-FF7C-99333F53451A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39AC8C93-E164-CCF1-E09D-915D249BED84}"/>
                </a:ext>
              </a:extLst>
            </p:cNvPr>
            <p:cNvSpPr/>
            <p:nvPr/>
          </p:nvSpPr>
          <p:spPr>
            <a:xfrm>
              <a:off x="1748357" y="761320"/>
              <a:ext cx="535476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D10E608E-7314-57C3-D5EE-B47F93E956FE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4FDBBBD-D59A-FAA5-2016-6101C21E5125}"/>
              </a:ext>
            </a:extLst>
          </p:cNvPr>
          <p:cNvSpPr/>
          <p:nvPr/>
        </p:nvSpPr>
        <p:spPr>
          <a:xfrm>
            <a:off x="4221871" y="-196480"/>
            <a:ext cx="742511" cy="2391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F661B804-7A3A-4D4A-718B-FDD15EB27C68}"/>
              </a:ext>
            </a:extLst>
          </p:cNvPr>
          <p:cNvGrpSpPr/>
          <p:nvPr/>
        </p:nvGrpSpPr>
        <p:grpSpPr>
          <a:xfrm rot="16200000">
            <a:off x="3732224" y="1190969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BB37154E-10CC-6E36-31C0-51D95596B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17C0E9FE-79CE-0C9F-289F-9400ED323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pic>
        <p:nvPicPr>
          <p:cNvPr id="116" name="圖片 115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26F60E38-1CD1-909C-E3DF-06128AC3A5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494" y="2808203"/>
            <a:ext cx="1070863" cy="1070863"/>
          </a:xfrm>
          <a:prstGeom prst="rect">
            <a:avLst/>
          </a:prstGeom>
        </p:spPr>
      </p:pic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70EAFEBF-7AD1-79CD-64D8-B3D750646E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AB4273AF-1611-5F68-20C5-6A3585563533}"/>
              </a:ext>
            </a:extLst>
          </p:cNvPr>
          <p:cNvGrpSpPr/>
          <p:nvPr/>
        </p:nvGrpSpPr>
        <p:grpSpPr>
          <a:xfrm rot="21124692">
            <a:off x="1347872" y="3957043"/>
            <a:ext cx="312976" cy="461640"/>
            <a:chOff x="8459652" y="4365431"/>
            <a:chExt cx="312976" cy="461640"/>
          </a:xfrm>
        </p:grpSpPr>
        <p:pic>
          <p:nvPicPr>
            <p:cNvPr id="121" name="圖片 120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E6321FFD-E7D9-EF3D-4DA7-C7C125CCD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122" name="圖片 121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935E22D6-70A7-FE89-38F6-43FFE4E37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22CA995E-AAE8-AD89-74C2-E39EE18602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7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74EC-86FA-C00F-59F7-7B958BAF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41454BAC-8C44-24A4-5032-3BBCB5468EA1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712FB9E-8E18-52E0-8E63-BBECC269B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AEAC74F-A4F6-49A7-C0BA-3E70CE128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17206EA-B23E-D64D-C2BC-59E9F245F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7FF4B21-5367-C091-8D6A-46F474D8E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232CFDC-D78E-EA13-9DA0-6ED052131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783CF77A-3C08-5945-3568-1F89832B6DC9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B69BCB0-31D5-4671-09F7-BC31A848C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F01FDB3-2B44-8CC8-21CC-8C0BABD53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5D77E4E-DC34-E294-B843-C8D5ECEA3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920BA25-92A5-A823-2A60-A46EC7362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F005B31-62D4-1078-2BD1-E68E0E200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EFCD3943-1E61-8C28-370D-9F05F06D96BA}"/>
              </a:ext>
            </a:extLst>
          </p:cNvPr>
          <p:cNvGrpSpPr/>
          <p:nvPr/>
        </p:nvGrpSpPr>
        <p:grpSpPr>
          <a:xfrm>
            <a:off x="0" y="2843671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C6F4911-46A0-DF0E-7C66-BA157B2A4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B6FBDE4-7FF1-CB1D-C892-D2891DED7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02EB9B3-966C-0797-0EB1-CF7D24069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8ED1256-9149-B4B5-3378-DA9257F45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E3046BB-B64C-F7B1-69D5-8F2CDC6FB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0DF80109-E621-DE5F-AA5D-336D20EE826D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DCADE44-7A9B-9B7F-282C-6DF3F4368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76D7D47-496B-0453-6DD1-748F03523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A3F6D15-3141-E4C7-4173-C3127D07A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6B73944-344F-919B-AFF2-E1EE450A4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922A9C0-491F-F97B-4AD0-32D6BB736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D7594F20-5646-94CC-572F-DFFD9DE6FEBB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996DE55-47AC-3C92-4952-95297D767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7F270B6-B818-EEC9-FDB1-62C1F5170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4CB2185-1EB2-8D0D-3CCD-DD004823E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26F107B-6E6D-AE64-EFCA-B3D713A51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7DF8DEE-FC95-E59A-C1AA-1252F0BE3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5578A5D4-2ADC-98D3-4C8D-429ED4074169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29CD4F7-B9C5-B214-6DB9-605C328DE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59ACD72-E4B8-4614-5868-69C445A1E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82FDAF7-2901-9BF5-999A-208BC589E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5D75968-DEB9-43CC-7FF7-8B766FE1E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17622B9-CB33-CFA7-B999-982E94BB0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4826330D-5AB9-B85B-F5CE-1AB688EB3801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C28310E-9C07-4B77-6887-F16214930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A050754-4F6E-E8DA-90BE-4BA24575F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F4725FE-2A85-43DB-F1C8-BFD377DB9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573F664-BD66-7C4C-1B68-B6DDC265F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8ED3DB1-2386-63EC-B509-25C7720D9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A377F9A-067B-4876-307C-FD991F340AE7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6EE1B95-32D5-B30E-D4DC-D5C48B7A8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0301968-8F28-F816-7F80-D25565F1D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A034464-BD54-27D5-A231-4ABDAEA43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8F9E439-CF49-F1EA-D66C-DB31A6E3C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3D59872-01F2-2601-E0F8-1172E0555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DF6DF586-308F-6C81-1CD6-CD15A540DAC7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A24D50F7-B810-8461-5F30-01FC36AEF376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4B83BC82-E81E-A48B-77DA-F39952DA7BF5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D20B4DD2-92A2-CBA5-D6BC-9425EA851005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1D59A2EF-3441-C394-4873-400A58BE9B10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66F034D1-D528-9160-5E1C-4F38393F85F8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66866BD8-9568-23D0-8CCD-FD26FD2AEEBF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4CF78663-49A5-342D-EE22-C831D9DF7457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C772ED52-F722-3FE1-E0BD-40FB1B4036D3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C66184E3-1602-6BD9-0905-811669386613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7F5AF684-7F1A-E314-409D-6D07C7260D45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0576D9E3-3A50-115F-BD3C-0080ABFC2355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6D22AFA9-B816-FD93-F6BC-94BD9E3CEA3D}"/>
              </a:ext>
            </a:extLst>
          </p:cNvPr>
          <p:cNvGrpSpPr/>
          <p:nvPr/>
        </p:nvGrpSpPr>
        <p:grpSpPr>
          <a:xfrm>
            <a:off x="3409171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43F14C7A-7561-40C1-7E43-254BD1612B2C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DFE3D4E7-ED88-9239-AD39-223784EED3ED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57E489E8-FFFB-5A84-27CF-502FF79862DA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5E5A9B62-40B9-64C8-9C46-0BC3A90F44C3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7B23497B-378B-9265-32C9-3FDDBD6CBD50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FF28C97C-6B0F-80CA-AF54-43AD9C95E5CD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2C938CDB-038D-29F5-033B-AA39AECF5AA5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A7DF3213-7ECF-5272-3D57-6D9F8FBEDF6E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D2B4BA30-DFF8-A832-5CFC-0A1362E9251B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F1A84123-5C1D-96AD-B466-0A23C54C7443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5A2FED9C-20AA-BAC8-D792-DA9D02D0B3AA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54E9F30B-223E-F6F9-BC46-BB0CE75CF403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6A9F552C-3831-EBCC-1E33-946B591962CE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7B7CB290-A673-8A5A-F9AE-347CCD85284D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18FE5676-0111-BC1A-8A45-5FBC60D60DC1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8462C14F-0DFD-8234-13A7-C0C45754600D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D9F86C09-0D06-14C7-398A-A6ECC8E566C2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C468D542-B76D-09E8-32E8-BE0A93D1F8BA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4B0A1E30-69AB-7B79-CDE2-43329F32CA74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D51E8645-45B7-B27B-2BFE-A0BDBEDA9E52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00D91CDA-F6B7-AA88-3782-F2C020CDAD0A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6D53A6CD-0DE0-3A2B-6DB5-F100C649BACE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89F7FC1D-E3D5-7459-47DA-19A261DF179B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9A2F46E2-B2A9-C48C-BBDE-4A80CE58C778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5613C239-81DA-AE8C-E195-16C43DFA1413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27604F21-6FEA-C943-78F3-8AE10421DE10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85BED982-DC5F-0BA7-E822-FDECEAAC8571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726F566B-12C6-6093-D32B-C31D0F50FF60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28586F0E-2237-944C-F4EA-EA3DD33FFFA0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E0DF2D8D-E596-ABA9-B656-DEC0BEF5C90D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0969B191-7596-9D84-EB77-1F578CB38632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846380F8-F5B5-01F2-2682-57D4678BE773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71FE89E0-2977-FADB-BFC2-0003D15ED9B8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E13E7659-C0ED-FB0E-4C42-739B1C198305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82CE5166-D23C-4F58-FAE5-063E19B8A709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E89D6F87-5130-3CAD-FF44-F287496F3E96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76FA6397-2A13-C455-34C4-0707B55A101C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33BD8579-623B-A8A9-43E7-F6D1B4C0F931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D25A4373-EA80-AC4F-6383-E3C1E04B946C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95F4CB6B-7877-69CB-97EB-8F0B7EB8F671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59EE449D-1CAA-3197-F512-AE3A983454C2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CECFFA46-9B12-09DA-02FF-BA6C0613EBE1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205A8739-1973-19FE-3BD8-556794EC425B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DF025B01-FD93-F684-C95E-729EDD6EFD18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75A351DB-0DAB-C75C-4B20-9467B1EE1C97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007424AE-ED2F-8C1B-D0D0-A9E997D3EF9B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58DF22AC-9418-D2C8-858C-A0212D279FA2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62D3BAF6-BA24-5C49-882A-A0A7C46CBADD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46B14898-2586-660A-9860-9E088B7CD9F1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48D60996-77A7-1F0E-E71A-A4EB86621E48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19563315-23F3-BE81-E6E7-6FDDF18BA888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D3310563-3F28-A10A-2DD8-60CB55C264F0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9E23F0E5-1C53-9E53-96B9-400EDB16775C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74E24F8B-FC41-F896-62E6-67516250AF54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202B7597-1D6C-27DE-52D4-4FB7DADBCE97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AA0B317A-9F80-8B96-F102-3CECC3461B1C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C75C778D-D393-28D0-8B5D-03F94385B7D6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BC3206F7-72E4-2493-020F-14034DAE0AFB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0077B431-AD71-10EE-97B5-A7DD4B4AB95B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4124F53E-1DAF-4632-7DFB-CBCFD9F97A0E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7935D99F-EDBA-8C00-673A-401555F39B36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37B8635E-BF85-1AC5-3391-ACE50DFC534D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6E9F348-129C-9ADD-6A1A-3D03C8E11962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$ 400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F545A322-BFCB-A0D3-2373-7E7DDB845C93}"/>
              </a:ext>
            </a:extLst>
          </p:cNvPr>
          <p:cNvSpPr txBox="1"/>
          <p:nvPr/>
        </p:nvSpPr>
        <p:spPr>
          <a:xfrm>
            <a:off x="3650991" y="188556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-70 ft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994A88E8-45DC-AC65-6AF2-F93AD09A4877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9871D43E-43ED-5563-3BAD-EB3B4B111E5A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9114393F-06CD-DC18-3967-CB3168C63EBF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0F376F3E-D184-5A5A-7554-DF62FEFD3D43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1326FAA5-C4E5-966D-E258-9BB5EC0F9DC7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7F9752AA-61C9-6F90-1F70-BFC7552E4556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CFDF05EF-C37B-4FE2-961E-F526510463C9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DA8AD71E-BB87-82A1-1098-92EDFF456C15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23579FB1-3505-6BCF-EE0F-7EEC68CF81CF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A959D1D6-FA66-A8DC-365F-E52B3A71D668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EA71A612-A544-FCCF-7803-352EF1401E4F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AA654CEE-3ECE-1218-E337-A69E8F036034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DE457493-2D19-FC0F-1D91-C5CC6449993A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BF88DADB-2943-DE70-974C-650D91998998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4B10FC87-A48B-F8C4-6246-B1658B17308F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432CC1EA-99BB-4700-D136-7CDC2F76141C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5BCAC276-6DDB-F1C7-D821-6E36A7CAEDD1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D91E8F6A-28FB-282E-7840-6D4FFCE1991A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669EB470-C78C-2120-04A1-A87563CF7DFB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45113DDE-FB49-CDC5-8A3B-BE5EB9ED38CF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6F0FDB9F-422E-8D34-9BE2-55912D4BBA9F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3F2F2ADC-15E6-4B6A-1ADA-EC4BE3CA494F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DCE5F542-F495-7CB3-179B-AC0A8E941509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2F5CBFBC-3C6A-1895-D8C2-62C96C57E325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DB58F67E-41ED-5F73-C8B8-6648CE442C5F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9B4CE042-E192-676E-DCC7-1906BEA20848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DBB64E08-1865-348E-13FC-38A914D97691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03FD69E6-B8FE-DABE-E1B7-00712CAB3E07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BBBDA64E-1151-F079-B9A2-7041807D1CAF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04C656C0-A2E7-2D9E-EFDB-66CC26886FB1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324B7104-4E80-A546-96C3-F79A8CDC2D1D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6F5AC736-394C-CC61-7F6C-131D7685CDFD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92C36F55-AB47-AFF7-F84F-E156E4B8213F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247023C2-4635-E782-CF01-0328ABBC36A6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3699CEB3-9BB5-FD08-06D3-3DCE43134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B54FEBCD-11FA-24AA-21F4-A2225ACD1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8A700364-1758-C65A-09AD-4C3A0BB7A970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5DF388B9-D3B9-FA3C-4209-FFE05D046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446246FB-6A5E-C4A2-D17E-50C1C5133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AA047220-8DAC-8F1E-9AAA-2DC61769E6EC}"/>
              </a:ext>
            </a:extLst>
          </p:cNvPr>
          <p:cNvGrpSpPr/>
          <p:nvPr/>
        </p:nvGrpSpPr>
        <p:grpSpPr>
          <a:xfrm>
            <a:off x="455033" y="761320"/>
            <a:ext cx="1828800" cy="205848"/>
            <a:chOff x="455033" y="761320"/>
            <a:chExt cx="1828800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DDDB9D27-C61B-D6B3-3768-74624A968958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69B31B4C-83D8-5385-35D8-15990AB4C01B}"/>
                </a:ext>
              </a:extLst>
            </p:cNvPr>
            <p:cNvSpPr/>
            <p:nvPr/>
          </p:nvSpPr>
          <p:spPr>
            <a:xfrm>
              <a:off x="1748357" y="761320"/>
              <a:ext cx="535476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814A7EE6-20FD-C03F-DD59-55E517C54905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F8AEE4D-FE31-D13E-C4FC-67BE1C15F4CF}"/>
              </a:ext>
            </a:extLst>
          </p:cNvPr>
          <p:cNvSpPr/>
          <p:nvPr/>
        </p:nvSpPr>
        <p:spPr>
          <a:xfrm>
            <a:off x="4221871" y="-19648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A119E187-7CFC-80FD-3E6C-EA386B1F5898}"/>
              </a:ext>
            </a:extLst>
          </p:cNvPr>
          <p:cNvGrpSpPr/>
          <p:nvPr/>
        </p:nvGrpSpPr>
        <p:grpSpPr>
          <a:xfrm rot="16200000">
            <a:off x="2976711" y="1190352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63222CE4-B8F2-7DAF-480A-89CC2FC7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2047E83B-6D5D-AF2D-BF3A-0E121EE44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pic>
        <p:nvPicPr>
          <p:cNvPr id="116" name="圖片 115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161A70BF-7792-EF44-7053-2A6BB3FBD6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494" y="2808203"/>
            <a:ext cx="1070863" cy="1070863"/>
          </a:xfrm>
          <a:prstGeom prst="rect">
            <a:avLst/>
          </a:prstGeom>
        </p:spPr>
      </p:pic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E76B4020-FD7C-A994-E790-A4DAE900AB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846127CC-B161-2715-D0E3-D4F046F7520B}"/>
              </a:ext>
            </a:extLst>
          </p:cNvPr>
          <p:cNvGrpSpPr/>
          <p:nvPr/>
        </p:nvGrpSpPr>
        <p:grpSpPr>
          <a:xfrm rot="21124692">
            <a:off x="1347872" y="3957043"/>
            <a:ext cx="312976" cy="461640"/>
            <a:chOff x="8459652" y="4365431"/>
            <a:chExt cx="312976" cy="461640"/>
          </a:xfrm>
        </p:grpSpPr>
        <p:pic>
          <p:nvPicPr>
            <p:cNvPr id="121" name="圖片 120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BC7D0775-16D8-3A44-A0B4-10C536F21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122" name="圖片 121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0DB8F888-EC30-1E32-8BA1-DBA29E14C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24250EA7-1F5B-044C-F365-31CC5AD2FC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C5AB-3D5A-1CFC-228E-C991C66C4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BBC485C9-63FE-79EC-B6FE-2F3414B9DE09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F44266F-6B40-BC9F-1750-33129134E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B663C2D-D995-9569-A050-10CDA3263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2D7E834-7022-57EF-BEE8-7808371CE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E25351D-99CE-1EAF-6B8B-FFB36CFA7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189C0E2-C09A-6527-C886-6350029A0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1C584D1E-5416-0A88-F133-2033A1D41072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D6E9B38-1894-42C9-B00A-8B255F2F2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708DE5A-D8F6-678B-77C0-61C287A72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CB74A62-2535-239C-4E84-E59E0172F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FB36F60-745E-A9E8-CF54-0BB55A20C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178C149-2E91-AB9B-1E80-6E078B332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5DC1C7E2-AA2C-DE2A-6B80-D10771C546FB}"/>
              </a:ext>
            </a:extLst>
          </p:cNvPr>
          <p:cNvGrpSpPr/>
          <p:nvPr/>
        </p:nvGrpSpPr>
        <p:grpSpPr>
          <a:xfrm>
            <a:off x="0" y="2843671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A1C77FA-245C-6753-200F-26689CC42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7F6019D-61AF-8186-EBC3-6DC81327F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3CCA1A8-E524-9F1E-0362-432819FB9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A539BDF-F07B-C2D5-E1C3-BF1CE4DFB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1EE708B-878F-0FEC-7115-A74E44247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D79F16BE-9BFC-BCAA-667C-D954298D20CF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6053360-F089-2EAF-8AF8-07FE59274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E448318-EDD6-71A5-34B2-AC78E6353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53E0F4B-FB77-F63D-E7E5-D541734E9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B466BDF-EC0E-4A71-651C-B6A946720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E9A6ACC-EE4C-5F5D-688B-E10670B9A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E8966C03-3383-A3B8-8FFA-B9374445B45D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1A9ED34-E1C3-08EE-456D-EE568384B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A1C47C1-A321-A646-9124-47C280033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2931861-B8A1-9682-5448-31653850B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F53C249-9A45-35CF-B34B-A5234C0D5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474FEF8-42DC-E6A8-CA1D-0AB4CDFEB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4DA594E2-AEC7-DF4C-7A30-C22734E50766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197C344-B3D7-524B-9327-04E284083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5855597-33DA-3825-721A-66C030727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07D4919-25A9-B3B7-3B61-4D6B20DFC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B245419-AB9D-323A-504E-99DB7AD31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63FD7EB-F033-450F-AC75-F416C62AB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E666BDEF-A46A-6F9A-3879-D1024A16ED07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42FB72C-B106-A136-D040-6BACD56C7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D6F1CAB-0385-97AB-B45F-A1D06EF4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50F0F03-20B2-88E5-05F8-C27080E4F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8363A08-CD1B-CA30-EB5C-8169973EA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EFDE80B-850B-3ACD-C859-E3D5F6829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65708234-3486-4008-C715-04C5CEA170F0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C8D90B1-4BC8-1B21-6539-59C846D6D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9295DA0-B4C0-02A2-73BD-A1B975200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1742CED-941C-FE29-49A0-68AE30662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A459AAE-6CD1-A664-D4C2-94EC83F4C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48C8347-1D9F-E663-B2F2-74921803E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A0CC1170-F5B6-2BFF-3BE6-F4D99C103FC9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9E36045E-9169-183E-10A2-BCC041A5DD66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05BE0AC9-A81C-E3EA-E18F-CE6EAC43A112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82873925-A4DB-67B5-D902-FAEC04BBE194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2BB7637A-1B52-154B-D20D-90F3DF998BEB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A80F300F-A235-BF72-9324-0405075AF818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567818D9-CB56-70D0-4A40-A2213D27A97B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FE24086D-653A-0428-E95C-BA58003B607C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AFAB8A47-06A8-4C8C-216D-A930CC793E2D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9F97D686-70EA-21AF-7A0B-19EFCFEBB9D9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B7B64B6D-19F7-D6F6-8642-77DB250BB112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E6D679ED-FC4A-7055-9301-A33048372824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9612CF8B-2D4D-F739-3F5E-794C9A2C201B}"/>
              </a:ext>
            </a:extLst>
          </p:cNvPr>
          <p:cNvGrpSpPr/>
          <p:nvPr/>
        </p:nvGrpSpPr>
        <p:grpSpPr>
          <a:xfrm>
            <a:off x="3409171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81A28232-A611-4753-CA8C-B610F32B995A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F435A436-6C4D-8533-D18F-2BDEA2C0C1A2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47DE1F87-4C75-0D77-94ED-C16683D12F14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69626709-5F43-7818-DAD2-83EB89EC5B2D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C6F86148-81ED-00E0-41ED-E5E366BDD086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87CB5682-3B26-B850-146A-AC0D4269B3F8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908783BC-96BB-C0BB-4E49-20F7B676FE20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32914724-E1DC-96BA-22C0-8420B90EE6DC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C966B53C-8E5F-E3AE-3984-2A9C378ED451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13C29CC7-1CED-07AC-EFC3-6E8805410673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DDFADEDC-F81C-D169-F890-D226A2306435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401F41C0-FEB8-4781-45B6-9DCD1F20ACBC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AA857D48-B32C-9C11-1EAE-4E5762EB75BA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42021E6B-B804-23A5-4D92-7A70B8A44D3C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E3847189-E36E-CA8F-C1D8-97948BE4F487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9ED22E59-D372-0889-1D77-6A6407E96350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62069D8A-4CDB-E21B-4AA7-0F104A053AF4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66BE1A31-BBCD-5A85-3034-8EADB914E349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C789A12E-422F-ED7D-BA37-98CDEAE5C96E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13EF1759-D83B-9723-3667-A8577F655575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9C5B5DDB-2C1C-70AB-2574-75839E5CD239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5191DC24-6E63-2326-9400-9B68B3FC1695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F1C9060A-7180-409D-809A-F031F0E58B22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DD190BB4-9F53-FDAA-E187-CC723FCBAFB3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3981AE90-11F9-FB13-9F6F-81005A34D2A2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3E85D01C-A6A7-FE69-E863-BD4E9A5E1E11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E4D40511-13FF-2E1C-912B-5BA15ED5DDE1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4A14517F-BFA8-9A92-D1DC-51265F9733E6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8E377F17-B601-1C11-2F92-A431233E8B26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53723389-AFD0-1B5C-7FC5-796BA527ABF2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F68D7FA7-87A1-B919-0F33-85BCD0B2DA17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62A9E3F9-5C6A-2D58-9D19-5812E35BD867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71A35B7C-279D-2042-C5EA-2EF134CC84C9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63D35270-6C66-A781-6DAF-BCA97283B589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CD481637-D039-46F2-3419-F63C28A911F2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6F84CE41-9527-697B-A300-146E05D83A0B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6D140C46-B0D4-8596-C451-7E7A9CD596E5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4B7E765C-BAD7-41AB-B2D1-1BBDF232873A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50E8791D-B407-96A6-665D-815C6FB3B3E3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5C8C2FDD-11AE-8DA2-957F-3151712D1BFC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ADC3AB48-CD4B-3573-F29A-7C3F1BEB429C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7B34961E-28ED-5BD3-93A8-01ACE08C7692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495490E9-4686-192D-ED09-28A7884D4038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312745A7-FC48-5BF0-2F6F-98F7F9EED003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E6511058-0DF3-DB58-5447-36E0484AB5D9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521A80AB-2687-8C19-FAF9-F3DC04DEE9EB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E118C0EB-26B2-5DCA-1230-59125501B9F2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1429B97E-F261-A106-C53B-C5AD79C05FC5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6FD9998F-BBF4-FB38-FB8C-7BAE01E9047A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30595C37-3F37-48B7-1FB3-27305F06DFEE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C2E0E75E-58EA-591D-7D3A-1A1ABEF62669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DBF1CBF6-97F6-3A00-C158-D332D1506803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1500C6C3-61C8-5EFE-BC75-A400E08A3E71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54025379-61E7-1D03-6057-5277E7AFF2A6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4E01148A-97AC-3A04-132B-0B70AA6B0519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9BFCE2CE-66F2-3D86-7C5F-3BAED328612A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6AAEE420-428F-88A4-9ED2-B297E256326C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0ACA1EF8-1ADF-992C-2C72-35E6C1AA28BA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071B0FF3-CE9B-3E38-53D3-964B91BC9154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69B8FC3F-D2D4-779B-5036-1229D076E27E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2DA97325-A2F4-5334-0525-D6EA31A069FD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12275484-3F9E-A038-B46E-C1B1DF2B7E25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A7AACFC9-5984-A7F7-45AE-946062DF5B18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$ 400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78FA4106-6160-489D-096D-A04ED0DBD23B}"/>
              </a:ext>
            </a:extLst>
          </p:cNvPr>
          <p:cNvSpPr txBox="1"/>
          <p:nvPr/>
        </p:nvSpPr>
        <p:spPr>
          <a:xfrm>
            <a:off x="3650991" y="188556"/>
            <a:ext cx="591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-70 ft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CAEE1648-5D2C-9231-C2B4-B0135AC3604E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2A9D2FDD-4DBA-F6C0-0E03-79AD553C7A50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EAE1BF2D-7173-E5CA-EEB1-938802D41727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9E44C6EA-0231-7B63-12C6-1C52EE1670D7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02983E36-F14B-58A1-7A55-7D7713CEFFBA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C96795A2-7507-0588-1A0C-27B9C0108C34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F85436C1-59E9-CBC6-F8B6-15555B3578EE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3FF9616B-AC9F-1A68-D18A-3EDB91E56614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5E3D67D1-1253-1005-B062-D8BBE3BF5336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F30D2530-A853-E4CD-B3A8-C80B16BE39D5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0FDEA4C1-A487-76AB-0A60-ED4B4E26E1DE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2AD7DD20-4816-1829-0D53-52BE2469F2A2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637FF31C-7706-4ED2-E67F-40FF3BCF5D72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005FA8B7-736A-3215-1119-20ECEC229DA8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4578098B-BC3A-57BE-5D68-EAF9C63BA0A3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5768D20F-BDE5-B011-AD2A-DEE6F1A44C4E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78078044-7EEA-BA36-7228-F97BABDFDFED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2A5FED08-DC51-30A9-1BDF-6D86448EB565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FC8744A8-8087-314B-CB84-84A250629BE5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B39B492B-AB39-C105-072F-69F496417F70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B49A72AA-FC20-35A8-608B-94515FA42AE1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EB98F856-0216-FEAC-4DD4-CB2718F06B3C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F8D5DADC-FD33-7710-E25C-B36AEB72EBBC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ECBAF79D-CA88-40FF-196B-E9EF8FEFB894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200D3763-77BD-9FD7-8C3D-5B71679BD60B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B84478DE-9A70-2897-31F9-ADF21ECCF80A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9C115F4A-6D18-C5CE-28A4-4E5614E23ABC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36ED49C7-915F-4AC9-9E44-9B9B39166771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592BF972-73F0-1113-08CF-DF25DFC3D108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020F3408-0B68-A48A-D4C0-62B4B0D74024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84CFB923-96A0-22E8-5D07-4D42008B422D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A2736082-1250-4C55-7C35-C24722CC7F11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1CB701A8-9F4A-CDE1-4327-AB7E0028DDA9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246DBE4C-DD49-B610-C5AB-82E60DFC496A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D0410133-816F-3470-7448-BB718B2C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D43E9A7A-5E02-460E-0DF1-086ABE7BA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A68A7266-6F24-2299-A425-187AD2191D5F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29713531-0114-04B5-C9F1-6FC81CF6E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C7D8E3EC-56C8-E4D8-5497-E623BDD83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720BC577-A44F-DEED-E5B9-7E6B359987C8}"/>
              </a:ext>
            </a:extLst>
          </p:cNvPr>
          <p:cNvGrpSpPr/>
          <p:nvPr/>
        </p:nvGrpSpPr>
        <p:grpSpPr>
          <a:xfrm>
            <a:off x="455033" y="761320"/>
            <a:ext cx="1828800" cy="205848"/>
            <a:chOff x="455033" y="761320"/>
            <a:chExt cx="1828800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63460C3B-E28E-A172-B2BF-20E79E32E9DC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C8E3712-157B-8D9F-09CF-7A12C0B51372}"/>
                </a:ext>
              </a:extLst>
            </p:cNvPr>
            <p:cNvSpPr/>
            <p:nvPr/>
          </p:nvSpPr>
          <p:spPr>
            <a:xfrm>
              <a:off x="1748357" y="761320"/>
              <a:ext cx="535476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DBC3369F-9DEC-FCAD-A00B-7373E3890CBA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DCEA7F0-D81E-C296-61C8-F523B7243C62}"/>
              </a:ext>
            </a:extLst>
          </p:cNvPr>
          <p:cNvSpPr/>
          <p:nvPr/>
        </p:nvSpPr>
        <p:spPr>
          <a:xfrm>
            <a:off x="4221871" y="-19648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6" name="圖片 115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125CDC6A-D504-727C-77C0-2D6B4A450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94" y="2808203"/>
            <a:ext cx="1070863" cy="1070863"/>
          </a:xfrm>
          <a:prstGeom prst="rect">
            <a:avLst/>
          </a:prstGeom>
        </p:spPr>
      </p:pic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8CB97722-18D2-FC2D-D26E-1688D0A24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B277CD37-0D55-A5C7-00FF-93F0FAC07181}"/>
              </a:ext>
            </a:extLst>
          </p:cNvPr>
          <p:cNvGrpSpPr/>
          <p:nvPr/>
        </p:nvGrpSpPr>
        <p:grpSpPr>
          <a:xfrm rot="21124692">
            <a:off x="1347872" y="3957043"/>
            <a:ext cx="312976" cy="461640"/>
            <a:chOff x="8459652" y="4365431"/>
            <a:chExt cx="312976" cy="461640"/>
          </a:xfrm>
        </p:grpSpPr>
        <p:pic>
          <p:nvPicPr>
            <p:cNvPr id="121" name="圖片 120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23EDE297-265C-7060-E35A-0BD95D595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122" name="圖片 121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B209EE21-9E3F-E56D-0912-EF519225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A2A876A9-D64B-C046-5AC7-7AFCF892E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  <p:sp>
        <p:nvSpPr>
          <p:cNvPr id="86" name="矩形 85">
            <a:extLst>
              <a:ext uri="{FF2B5EF4-FFF2-40B4-BE49-F238E27FC236}">
                <a16:creationId xmlns:a16="http://schemas.microsoft.com/office/drawing/2014/main" id="{93F1C1FA-6A13-E2CC-DA2B-0D54A65C33AF}"/>
              </a:ext>
            </a:extLst>
          </p:cNvPr>
          <p:cNvSpPr/>
          <p:nvPr/>
        </p:nvSpPr>
        <p:spPr>
          <a:xfrm rot="5400000">
            <a:off x="3283631" y="74176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CDA2E3C6-9C2D-BDB8-46F8-B2E14C28D158}"/>
              </a:ext>
            </a:extLst>
          </p:cNvPr>
          <p:cNvGrpSpPr/>
          <p:nvPr/>
        </p:nvGrpSpPr>
        <p:grpSpPr>
          <a:xfrm rot="16200000">
            <a:off x="1615193" y="1203800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498A611A-FF8C-1B72-7A65-43AB1BC72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6F94A1CF-9D30-E178-5977-C0F7C8FAE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553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79B3-6E32-6940-85D8-74D4F088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403FC717-3F48-4846-4597-41C266C747AB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497E1EF-489B-74B6-AABB-90994802F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88603BD-45D7-6A6A-8AE7-DF299584F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CC08E16-C8DF-5843-1181-4B0E06AF5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765483A-FF9A-01CC-D79D-EA032C635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ADB8AB7-66A7-3015-5F47-45D8D8746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79A78052-165C-B6A9-B830-BD2EA024B1C2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4C8F311-6300-DE0F-1BD8-6386E7A19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43F1537-13E7-0623-D648-21CF2D3B2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74D397D-E302-1FA2-2A3E-DED24E0F1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6574747-576E-FB42-B767-79542529B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AB41F74-67ED-D9FC-C973-7ED5838CD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F0F9B8F0-407E-DE94-68D2-0E29DD4FA507}"/>
              </a:ext>
            </a:extLst>
          </p:cNvPr>
          <p:cNvGrpSpPr/>
          <p:nvPr/>
        </p:nvGrpSpPr>
        <p:grpSpPr>
          <a:xfrm>
            <a:off x="0" y="2843671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0963010-5771-5996-2DE1-4F7ECD248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716EA8A-791C-C531-26F6-2736C1C89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B657032-61BA-4E72-75E3-E02A1FA7A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75E7877-EB9D-174F-74AF-81B6D188C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77AEC9E-63F2-4929-7058-0C775F2B8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2A60CC9D-AD91-72EB-0A39-42A5481D7634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E3BFFD0-0FA2-23E2-F841-1E22A8406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DAA1C54-156D-EDCF-FD03-0089283FD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5F9A578-94A9-0D16-FFEA-24683B9D3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8A25204-BA98-2BC8-67C2-A3257A02E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EDFCA4B-66A2-9F9F-69D9-D23D207C4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5759FA6F-2C2D-6976-AF2F-CF2818EBCA7F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2888084-7D87-7F89-192B-B5513536D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B098048-EFAF-3D6D-25A3-6CF726966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A336644-71B9-5E4E-D4DD-C44A688C2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DFCBFCB-9FA1-5307-F7B1-E5628EC68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EC37F62-56AE-CB2F-40D3-3E1569A2E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3D0BE8F4-EA80-B729-4283-F5F87C23FAED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79A131B-1867-9DFD-6A88-76D629E36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FD9ACC9-25EA-2DED-D6BE-B5BB796E6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B04B112-4EAD-F25E-B50D-189395924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53C696B-BA14-B6CA-5E47-87298C369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667F476-1180-AE0A-2148-8684B7E1A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F70CD036-50EF-07FC-B4C2-1A9274736898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177E405-5F35-0D82-FD9D-38FB5BE7F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F014F5C-BAC9-4C79-92D9-ED54678E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8E9B550-8B6B-5A6E-1471-4BE9C4283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6A9A714-FB94-DBFC-ACC4-7CF884F16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DA3BB6A-0A71-8082-274F-8C1371429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1C4B09A1-9B73-C565-6925-8267F331A05F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2A0A22E-D9A7-1050-DF2D-ADD2CD7C2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3CF5A8F-BADA-06DF-7973-2B1DC8051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8464A72-B907-62C3-F786-9351F383A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5E45AAF-B78A-1894-3BF7-9A60964A3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EF5723D-4011-8C9B-B45D-6997D608B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0F4B401D-CCEB-8EA8-ECA8-DF8B9DD9EB50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51C3776B-CD63-02B7-6405-DE5F7BD9026F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1806752E-864E-E117-20A6-05048CA52F14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F9EA2343-C729-EF75-3A25-6F830C022396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55C35631-BBC9-336B-548B-AE106750E6EA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C8C97DE0-8BD3-140A-29DF-32281044A133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C8B6E432-CD6E-0FE6-CBB3-7CCC2A8BB41D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99998A0A-F6D9-ADD7-7626-684574675A3F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44944B67-5057-C3AF-BC3B-ED77D89141F0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85A4FC71-1BD8-5E23-3DA6-77E94154C789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8842F69A-FE68-3C7E-6840-CC9388EF14D6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79039D2B-A260-2402-4FA9-D51C4DF04275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5F582F12-67EB-A2F1-F6DF-A0FB29DE274E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2A5A2664-C65C-E590-EF0B-0A5B2C59AE95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6E0FACCA-C386-237A-0B62-A5A2EBF9D60F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D1733CD1-6BAE-795F-AC46-43DF0FAA9549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1D21A991-F8B3-1D59-9517-405CE9146EE8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5B270972-B0D7-D572-5C30-999C69152648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2247F4A6-4B34-2417-4313-4C773F96A3D8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84A7AFC0-39A2-D1A4-205C-06BE89E1521A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794EE7E0-8845-F755-B2FE-B641702875CE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5280D5C4-6B8F-8C74-6E78-4B0BB40EB14E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00323D4D-B074-DD85-F7A0-5CFBD9D6F205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C47DE37D-8DE3-F763-7756-209461CE12E8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0CCA426F-1E87-023E-B7A1-CF041B133995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5A46E2D2-974F-534A-D658-994657BD9129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3789947E-86A2-A7E3-3484-35AE8688370B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A55EA257-D620-F954-B876-8DF6B2948399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E70B232D-D1AE-14EB-0446-596DE0B5E339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33C92C77-1530-EB16-0E39-E6AA8198B093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FC0050BC-9B71-321C-0C03-631446F08110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EC92ED53-AF4C-2819-515F-56702B87DD08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E43836AF-A8FC-A95D-6223-9DF923E02A92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80B95243-57A9-15AF-5E16-1E62B5634096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33951D7F-224B-E1C3-4E77-BBF17A7F0375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8E49607F-A467-95BB-7617-CBEB7861EFFE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89768F99-8A9E-486A-408A-1C7AC1DE9F8D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0D99AD83-D604-BDB3-5AFD-1F0B69E286E5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17772E2F-4A44-70FC-B3A8-30A4F87BA2A5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7925479A-9532-9DE9-98D5-5BA15A4D09AD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C215BE59-DDDD-9F18-6779-9DED03301523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437C7394-398D-C216-2B63-AE4BC0C3CEF1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C03E673B-A8E8-E6E0-92FA-DBA43C894814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5507E412-9164-DE27-FD4A-9C846A4D7779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028CF926-1D59-0DED-CA0B-64623990EE64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C487CFEA-C5F0-6C54-9579-5402361C3663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BE43C9B5-9895-FB68-0091-572A87B8CB3D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9D590928-114B-581D-BD6F-17D8AFEA6D28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F7998171-C08D-8B1C-AC1F-A37B3E2277FE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DC7BDB53-E0E6-3538-CF09-CFFAD220079C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011856DF-30ED-5403-6C3D-4BA5681F7FB1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FB9CD89A-A329-ABBA-B3C6-95B19F09A1C6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04A6455B-37B5-B8F9-B515-3136D2097AAA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72AEA09F-3321-8CF4-C85F-2E2B450E78ED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13BA8FF9-109F-BF5E-0337-FB8C667DE671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13DE0E4C-590A-1A13-EDB8-F3146FD3DC11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6868EDEB-59E4-FA20-DA39-56432D00B46F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208BC12D-A5E7-980E-0F5C-EBC4868B931C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EC2AC87D-067B-F907-7DD8-F94842D1786C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69647E6B-5F5E-A7D9-78E8-0CAF9717C618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F014EDDF-B66A-7356-CEF8-673918563819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AEB6608D-CC56-6DBB-F537-A455894AF1AA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94925EE9-5E29-6271-F742-51B0AA8A84C3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AB8AC923-9D6F-2C40-731D-BA8B40A41DA1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D1993CB5-F528-759B-0C78-F99CDD15BE9E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$ 400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728A9209-06E2-596C-E8C7-A62DE3044803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C35360F2-67BC-6D73-84D3-EB232BFD87A2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3537870D-3287-12EA-7E81-C73302AA02F7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A29F3546-F5E5-9FF4-051B-EBD2D4EB3605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DD59072E-D996-32EB-FA26-532F263C8E99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8A93160A-7181-717D-FF2E-3C60A34C0C68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16C14160-B3BB-33F7-F7EA-9E77C9DE4CA2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8C1CDADB-AF69-5641-734B-ED05964B6009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06ADB3C5-7FB2-330C-267A-6D6A67FAA8B8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C66C381C-C734-1732-4E7E-044285658F5A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258C7F5F-255F-94C8-E532-B67545D867BE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82DDB618-B5A8-325E-D9FE-7CC76CFE8119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4715EE7F-2CEE-6C43-6954-EF348F6D1CCA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B95D0586-10BC-DE11-81D5-63DB112FEEDA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4FF9670C-4221-6136-5DFB-C91FAE28DA0A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B19CDC52-D8AF-BD37-D29B-E9C2714A969F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EA995DF0-4872-8034-3760-16BCBB940934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C7FBF86C-051D-D786-59DB-787B0EEFDCD5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72E0B4D2-C60D-2055-7115-7ACC0CE4F32A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92C8D3EA-29B1-22C5-68F5-FFE6F0284D32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9BF34B3B-84EA-7535-DF14-AA0EC221C852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62C0F94E-C005-60B1-98FC-5F984E94E5A9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667E50A6-4FF0-3095-6926-7D4AC937F413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ECEA26DB-8449-3C75-311F-023B82B7A725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D5FE56A3-2E7B-3E25-3DD8-6CE0C483B89B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9FCAC742-CBEB-5300-E246-6A6DF7A260EC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E907048F-861B-C068-4652-DB182EF46903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2EE38D8F-9CC2-47EE-9B8D-55F86824B26D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38A41F41-B48D-D74A-E841-1C932666CCF8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640B7786-4B80-FFBC-2BE3-E76EF8BE8F50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F84E4E50-9E40-BA0C-057A-1A7498CFBF45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7E92FD78-8063-5C31-0F4A-AF2D98F1CE04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BB3C4770-FC62-5988-249B-F155A1403C54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BD712AD2-7EAA-C2E6-362E-08A3B4CD1073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CF3BB27E-016F-B99A-21C7-B3F82B3A6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2F92E756-3ECD-73BB-94D2-7271C0C48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267DE8B4-79D0-B8D0-4F5C-5B302B2630BB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91AAD16C-DE7E-A5A0-316C-1755FA803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F0EEB92E-17A2-3180-026B-873847418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6665FAB6-0C0D-1A70-13CF-7F9B3A086051}"/>
              </a:ext>
            </a:extLst>
          </p:cNvPr>
          <p:cNvGrpSpPr/>
          <p:nvPr/>
        </p:nvGrpSpPr>
        <p:grpSpPr>
          <a:xfrm>
            <a:off x="455033" y="761320"/>
            <a:ext cx="1828800" cy="205848"/>
            <a:chOff x="455033" y="761320"/>
            <a:chExt cx="1828800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31AEEFDD-3494-05C0-6576-2BD84296E569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6640EDF8-60F8-2424-63E5-567A96622642}"/>
                </a:ext>
              </a:extLst>
            </p:cNvPr>
            <p:cNvSpPr/>
            <p:nvPr/>
          </p:nvSpPr>
          <p:spPr>
            <a:xfrm>
              <a:off x="1748357" y="761320"/>
              <a:ext cx="535476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DD9DD8D1-D816-9C34-3D29-EE866ED0FF81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6695086B-8CDD-DB73-0AFB-471543A92D33}"/>
              </a:ext>
            </a:extLst>
          </p:cNvPr>
          <p:cNvSpPr/>
          <p:nvPr/>
        </p:nvSpPr>
        <p:spPr>
          <a:xfrm>
            <a:off x="4221871" y="-19648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88F94C5D-85D4-4F16-8BB8-C7157ADF6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52F774A3-F63B-9884-FB6D-AF7A29B7F20C}"/>
              </a:ext>
            </a:extLst>
          </p:cNvPr>
          <p:cNvGrpSpPr/>
          <p:nvPr/>
        </p:nvGrpSpPr>
        <p:grpSpPr>
          <a:xfrm rot="21124692">
            <a:off x="1347872" y="3957043"/>
            <a:ext cx="312976" cy="461640"/>
            <a:chOff x="8459652" y="4365431"/>
            <a:chExt cx="312976" cy="461640"/>
          </a:xfrm>
        </p:grpSpPr>
        <p:pic>
          <p:nvPicPr>
            <p:cNvPr id="121" name="圖片 120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1393661B-5D86-CEBF-04D5-F44274383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122" name="圖片 121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F8514E5B-05CB-F4AB-B46A-0DF1CE4C2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C7CC46BC-6605-9F06-929F-7A1A2C634C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  <p:sp>
        <p:nvSpPr>
          <p:cNvPr id="86" name="矩形 85">
            <a:extLst>
              <a:ext uri="{FF2B5EF4-FFF2-40B4-BE49-F238E27FC236}">
                <a16:creationId xmlns:a16="http://schemas.microsoft.com/office/drawing/2014/main" id="{CF5D1C88-CEF6-410B-5147-06532BDD65F2}"/>
              </a:ext>
            </a:extLst>
          </p:cNvPr>
          <p:cNvSpPr/>
          <p:nvPr/>
        </p:nvSpPr>
        <p:spPr>
          <a:xfrm rot="5400000">
            <a:off x="3077339" y="535469"/>
            <a:ext cx="742511" cy="303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3FB8B4C3-8ABD-0FE3-E7BA-F74FE800C28A}"/>
              </a:ext>
            </a:extLst>
          </p:cNvPr>
          <p:cNvGrpSpPr/>
          <p:nvPr/>
        </p:nvGrpSpPr>
        <p:grpSpPr>
          <a:xfrm rot="10800000">
            <a:off x="1159117" y="1668002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BC6A5033-48DB-7054-504D-6CD934396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96D8AF5E-7CFE-6A50-5403-0F64B1939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pic>
        <p:nvPicPr>
          <p:cNvPr id="116" name="圖片 115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BBF2FC4B-33CF-C65F-E3C6-6B1CFB227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94" y="2808203"/>
            <a:ext cx="1070863" cy="1070863"/>
          </a:xfrm>
          <a:prstGeom prst="rect">
            <a:avLst/>
          </a:prstGeom>
        </p:spPr>
      </p:pic>
      <p:grpSp>
        <p:nvGrpSpPr>
          <p:cNvPr id="2" name="Google Shape;6797;p89">
            <a:extLst>
              <a:ext uri="{FF2B5EF4-FFF2-40B4-BE49-F238E27FC236}">
                <a16:creationId xmlns:a16="http://schemas.microsoft.com/office/drawing/2014/main" id="{A67984FF-7245-AE5F-ED0D-12BE853F1961}"/>
              </a:ext>
            </a:extLst>
          </p:cNvPr>
          <p:cNvGrpSpPr/>
          <p:nvPr/>
        </p:nvGrpSpPr>
        <p:grpSpPr>
          <a:xfrm>
            <a:off x="3287826" y="148978"/>
            <a:ext cx="231829" cy="371782"/>
            <a:chOff x="8027227" y="3215041"/>
            <a:chExt cx="231829" cy="371782"/>
          </a:xfrm>
        </p:grpSpPr>
        <p:sp>
          <p:nvSpPr>
            <p:cNvPr id="115" name="Google Shape;6798;p89">
              <a:extLst>
                <a:ext uri="{FF2B5EF4-FFF2-40B4-BE49-F238E27FC236}">
                  <a16:creationId xmlns:a16="http://schemas.microsoft.com/office/drawing/2014/main" id="{7A0A5B7B-3231-D927-433E-B19977154E89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799;p89">
              <a:extLst>
                <a:ext uri="{FF2B5EF4-FFF2-40B4-BE49-F238E27FC236}">
                  <a16:creationId xmlns:a16="http://schemas.microsoft.com/office/drawing/2014/main" id="{E032721B-0559-D9D3-03F7-216E65CF6935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800;p89">
              <a:extLst>
                <a:ext uri="{FF2B5EF4-FFF2-40B4-BE49-F238E27FC236}">
                  <a16:creationId xmlns:a16="http://schemas.microsoft.com/office/drawing/2014/main" id="{9AEE243C-3EC4-A631-A349-0AEDA9417F82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801;p89">
              <a:extLst>
                <a:ext uri="{FF2B5EF4-FFF2-40B4-BE49-F238E27FC236}">
                  <a16:creationId xmlns:a16="http://schemas.microsoft.com/office/drawing/2014/main" id="{E0B06491-7BBA-6EAC-1B06-92B179571B84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802;p89">
              <a:extLst>
                <a:ext uri="{FF2B5EF4-FFF2-40B4-BE49-F238E27FC236}">
                  <a16:creationId xmlns:a16="http://schemas.microsoft.com/office/drawing/2014/main" id="{A4CC1296-CB55-85F4-243A-810CC1F9D5DF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803;p89">
              <a:extLst>
                <a:ext uri="{FF2B5EF4-FFF2-40B4-BE49-F238E27FC236}">
                  <a16:creationId xmlns:a16="http://schemas.microsoft.com/office/drawing/2014/main" id="{DC5B336C-6ACC-D2A8-2B16-701AF4759502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804;p89">
              <a:extLst>
                <a:ext uri="{FF2B5EF4-FFF2-40B4-BE49-F238E27FC236}">
                  <a16:creationId xmlns:a16="http://schemas.microsoft.com/office/drawing/2014/main" id="{4F712BFB-8EC2-2A92-D619-7815DEA62943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805;p89">
              <a:extLst>
                <a:ext uri="{FF2B5EF4-FFF2-40B4-BE49-F238E27FC236}">
                  <a16:creationId xmlns:a16="http://schemas.microsoft.com/office/drawing/2014/main" id="{571F5731-DA3C-84AE-B537-8F012943711E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806;p89">
              <a:extLst>
                <a:ext uri="{FF2B5EF4-FFF2-40B4-BE49-F238E27FC236}">
                  <a16:creationId xmlns:a16="http://schemas.microsoft.com/office/drawing/2014/main" id="{762DDD8A-0DF4-C674-0C38-7403999B6756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807;p89">
              <a:extLst>
                <a:ext uri="{FF2B5EF4-FFF2-40B4-BE49-F238E27FC236}">
                  <a16:creationId xmlns:a16="http://schemas.microsoft.com/office/drawing/2014/main" id="{55D27BC9-9A05-BA30-D731-E96ED561351D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1FFC45B0-09AB-3848-FAD5-8CFE4D003C2C}"/>
              </a:ext>
            </a:extLst>
          </p:cNvPr>
          <p:cNvSpPr txBox="1"/>
          <p:nvPr/>
        </p:nvSpPr>
        <p:spPr>
          <a:xfrm>
            <a:off x="3478350" y="188557"/>
            <a:ext cx="74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-100 ft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87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01A1-4462-F87F-A176-5E013668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7E21BCD1-0F0E-C33A-2292-7EBE84E47FAE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8F6AF6D-ED88-19E4-3068-17174A2FE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8077043-1085-377F-0C27-6D5EC7625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5953F60-A7BA-49DB-FF08-00B9DF22F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FCB3463-8BF0-237F-8C16-C02616A38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0106499-2822-4CB8-5B54-23DF677FF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C29A9D10-B728-10D9-4D9A-4E98C7B8216E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82EFF02-E555-EDA5-72D2-02C81CC8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AC1DF0B-83DA-31EF-890D-2CA30CFF5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B70E33A-2AD5-A86C-50A9-09A7F324D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99F50A3-957A-AD47-7E93-A39EE1B5A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A7078C0-0B06-2D48-F11F-622B855A7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4BDCD038-6820-EE86-208E-EBEFB7CF58B0}"/>
              </a:ext>
            </a:extLst>
          </p:cNvPr>
          <p:cNvGrpSpPr/>
          <p:nvPr/>
        </p:nvGrpSpPr>
        <p:grpSpPr>
          <a:xfrm>
            <a:off x="0" y="2879759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2DF7F65-1BB8-1950-D238-6C89BDD5F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A2BB599-0E16-9CF5-70EB-C085D419F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ADE8FB2-74B0-9B4A-432E-289EA5F5E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148C687-BFF7-12EE-E4A4-8548EDD20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F498C00-F332-EC07-6968-A4FE78972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8BAE136E-C633-1818-B345-B1A92835B94E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61C25E0-50C7-B853-DE51-7C5EEFF48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1454822-AB8B-D023-0D3C-748507DC4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CFA39E3-48BF-BF77-FDE2-EDCF5B3FC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22D0A04-B597-AD79-8B48-C6CCEB0D9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EEEBC7D-72C5-9D9F-2F3F-D1C0B1BE8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7DF1CBDD-D09A-ACD2-353C-FF52546567D1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207FA94-15E1-6783-A788-CE4EB1F0A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EA0DEC0-AA10-43A3-99FF-462B3A582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DF81E36-728F-16E1-6FF3-35F610DA4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5D2E06F-16BB-ED73-62A9-2FBB88F05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A02CBC6-768E-FCB7-57CD-D9CD08DE4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262FFF17-3107-F5E9-AF54-DC991F0185F6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48A18CB-CEFE-C21D-E29B-40AE9D9A8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67FD759-1D77-1D4E-0D96-2E8325775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91CC4E4-3D92-BE4F-1AE2-6DA6F849A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D87DDCB-F56E-C13D-775C-1D4B5B360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EBC84D4-ED18-1CAE-7B8D-7F8C94302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AACB5BAB-A6B1-FEC1-0210-07F1057FFA06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50ADA6F-D3A0-0307-9102-F9A642447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31C3D79-848F-F95B-87B5-7A3C7405A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CE3A2CF-38DB-ACDD-7C16-DCCD8BC2D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B33D4A6-09C1-94AB-3FAE-82C394C6C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43B75B7-D20B-516C-AD5C-5B8DDD5D9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9548A2E8-6F64-2324-486F-33BDA8CC87DF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69D5A23-470F-102E-B677-91930FAB6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29EF2D8-2BB4-B5A1-FED4-3C936F9AA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DC52B90-21CF-F71B-DF75-8CB07A30F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85F54C1-4962-4AEB-7E45-22B98BF00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0676D54-68F6-6723-5C4D-7C4599CD7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E8651B3E-446B-45B9-DF97-BFC0824B0310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50882460-DB98-F6B8-40E6-AE0478156EC7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3C600E2B-D858-482D-C248-269899F6AF37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0CBFBEED-D19A-F696-D662-E4EDCBA015FA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ADA0992F-89A3-9952-C157-52C7A26C0B92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31E0E912-236F-79FE-E041-F4751A9FC02B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B5A3FF12-465C-24FC-9AA4-DC3F302879E5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D3D9C3A0-6668-81D1-4AD4-2039AF73C834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2801855B-5246-91F9-ACAD-4FCC7C5AF550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A2D7CA6F-EBBA-2F5F-7981-DDDD107893CA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3069A88D-FC54-0B07-631C-6F04326A6A57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5AACE7AE-748B-73D3-3109-66D82438C1BC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328942EB-F95F-DC0B-B5E2-CF597E16A3AA}"/>
              </a:ext>
            </a:extLst>
          </p:cNvPr>
          <p:cNvGrpSpPr/>
          <p:nvPr/>
        </p:nvGrpSpPr>
        <p:grpSpPr>
          <a:xfrm>
            <a:off x="3287826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99372DCA-A504-76F2-86A3-D357CFB4C08D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9B9BF31A-1D2A-F838-3212-3D9A74151083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3B780036-CB6F-D922-760E-F36462E65CB8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C2933A63-9AA1-C065-A3E4-BCC116EF3FE9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029EDB36-72B8-8050-22BF-42A0046A6E6F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3C75DE3E-DF84-B32E-C890-5DDC4884B9C2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0C5E6C88-FEB0-FD3C-7DDB-AE8C23C5776C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23AC8086-95E6-1182-9375-2CD72E3CAF92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76DAFCBB-19B7-8BB5-593D-E75C07C48791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3DBBFE8B-041D-E41F-1843-D9C15C80A153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CE2ED36C-A0D6-6246-6EAC-509CE927C698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7AF37672-A3A9-1772-6787-9A7CA3B86BA1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156F40BC-67AD-0326-3681-0DF42F498719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C5BDCC38-649D-A62B-141F-AEF57B2083D5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3056066B-9F53-B403-9ABA-26C645A7376B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1EEB087E-EC1E-4642-61CB-DF5FFEDD7D42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6EAF8C8C-867B-65A2-E215-B50B604153DA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4FCAE4A2-2653-E778-6325-EB28F605720F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F1FBB22C-3EED-B4B5-0679-4E95D5DC878E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491039AC-9D43-D6AC-3E9B-9722FF757294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0494EE00-8900-4885-9145-6881BF7E93F8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1B86BF6C-35B1-5602-C14C-8C7341B6E13B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3EDE0B21-E401-87DB-971E-DCBB39325336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776296D7-AD0C-7BFA-23D9-160ADC3BF672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EA1E8882-3574-2143-A2B1-CA142D753893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93C07920-7591-69E1-46EE-9C79A98AD861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B1A3EA6C-6405-D053-4F39-F7C3645FDE39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EA5EFE50-B827-BF69-081B-F9B1C4DA844E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9F59A124-0D02-E373-CBA1-987D9182BAAE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8A2E1595-C2EF-0EAA-0959-864DC2721FE0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30C44898-5F55-2094-256A-962911F397AA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69028AB8-60EB-5949-979B-5E8B78C81B49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F15B35F5-6FC0-4A5D-28EA-981872BBBCBA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2F919DA0-C479-C654-5C7F-B3DD03429201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E581D711-B64C-0715-D879-A70F8290C321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E378DE06-E94E-03DB-271C-447317BA1F70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133FB485-5181-00C9-B7E8-8645104BE184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6BAF4A54-4C13-261B-D8F8-419C02313B2D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5D536AF9-6C5E-5177-D7FC-24666403AF18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A185D212-ED9A-1DC3-35C1-B0C2DF79D052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6B43FA36-A054-3F14-AF0E-DEBD4DDE45E5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C109E3D4-7DF0-D023-BD65-4321074BACFD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A011BDCC-46F3-A79B-D0CA-32EEF349E893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78220AFD-50F2-2A90-B47B-F5DCF29F92C0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BD5E4B3B-8E05-671D-3DC3-9CC7D806382E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D342FB07-11EC-99F8-0B36-CC141E91AEFC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8AECD764-0D4A-AA39-8DF0-5CDA5C61D70B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84862B6A-669C-5AC2-363C-23A78F8ADC25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74EF171D-91B6-8178-06F2-5FBAF6F72D0D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5CC771EF-DE5F-7EC7-0A65-4DF4D49D27F0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0EA4F3C9-E825-24BE-5871-D6484EBB7D50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E08DAEA2-AB55-BB2F-422C-3F0502765B32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DC41D801-D673-E567-EDB5-84908D19B645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721E2379-9AFD-5716-B039-05069A76BCB7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1076DCE2-9DC5-9DB0-D458-132C9242F746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066A88A0-FA7D-EA19-A79B-CF7D286FA110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93FDA59A-31BA-57EB-17CA-30BC48C83761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F9216AE5-408F-CDB4-D131-DB111D024744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6FA6FCA4-8356-A7D2-5CB8-35A27D3882CE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8929CE54-04CF-0B04-5209-C4F208F6C2EE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1C6F0DE5-6353-9BCA-7A96-C89A03382059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B8B22498-AE74-88F8-A15E-6A4B8BD80C7C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A95175CC-D180-CA24-424B-7FE503564293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$ 400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28332D7C-A32E-CC48-F6DF-7A6EFAFA34EE}"/>
              </a:ext>
            </a:extLst>
          </p:cNvPr>
          <p:cNvSpPr txBox="1"/>
          <p:nvPr/>
        </p:nvSpPr>
        <p:spPr>
          <a:xfrm>
            <a:off x="3478350" y="188557"/>
            <a:ext cx="74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-100 ft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2CE84917-1735-AFA5-9C29-017B743BB2BB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E2CFF05C-6176-3ADF-FE84-5B626DB595F8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BA69F002-C0CA-E66B-6EFF-F26D947CE714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10651AC3-233A-755F-976D-E9F878DCA42B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E118C269-DACA-EA3F-0A37-DBC9984478D3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38C87ADC-C0C3-DE2F-176A-7757CBB2EF1B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D5A6BB40-CFC3-2C16-91C7-E2E2A27D11C3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21315926-3081-82E6-88D8-93447EA97BDB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7115C9CD-7650-87CB-3572-249E68E9A02C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9F08D119-9329-5139-F84A-9FD46E5A0F72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544AC600-9EDA-3572-A7F8-EA97DA3B6D08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79623A9D-ABBE-C800-6EA0-294623D45E50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7D4F9FA4-DEAF-7D8B-8A48-0468FC2D77E8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73D93295-240C-C135-F3B8-5802D64B064B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BAA55CE8-7D7C-3FBA-3A24-0E205802C913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BC891A22-0829-FA0A-0BCC-B0092A87C34A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A79ADF45-2DBE-227C-95A8-395E78AF720F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4A4E6AF7-8B9E-58B0-7421-D1D358A02B13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C8167162-31C2-4C15-F8D2-4ED703A7BD59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A4AC363F-2EC4-B3CD-1E44-8EF151761158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E17B5C29-6F9F-9C31-260E-57C2D6492C1B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EA309D93-6914-0B75-7829-50FD1403ED28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AB22C960-DA35-5B71-A35D-18B9BF4F32C8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9D0464C6-B37C-2B79-0E69-5312B840CA9B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AB602071-6455-FCA8-0C50-FE81363FECAA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E685FC0E-C100-35FD-744E-41321F4ADDBE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576F433F-F2BC-41FE-1463-D40343165912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6CEA0048-829D-9CC2-7527-A81E24AC0A64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0646436A-8875-ADBE-89AE-A932FC437D10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1FCDD155-BCF2-7DBF-FE9F-0521FB9E2CB1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E761F09D-A953-BDDA-3158-31B41C938CBD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29F6D1FF-41FC-4B09-905B-83223A5F8C1A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16D93534-8FC0-9F91-4D3E-79BB3A14C1BF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15EF3E35-BAE1-0520-374E-8F1D5D6495D6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AD7AC6E2-5DCC-E826-FC05-4EE8E1F4C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0B222B31-564C-3AFD-0F9A-427A19FAF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25F6D57B-1549-B8D0-8C38-0773F619B412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BC3DB11F-0DF3-E93C-3914-B3D9B11E1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640D78D9-BFEE-155B-38F3-F3E45F512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DE27B046-38E5-7FC2-0973-CD9CD97E75FC}"/>
              </a:ext>
            </a:extLst>
          </p:cNvPr>
          <p:cNvGrpSpPr/>
          <p:nvPr/>
        </p:nvGrpSpPr>
        <p:grpSpPr>
          <a:xfrm>
            <a:off x="455033" y="761320"/>
            <a:ext cx="1828800" cy="205848"/>
            <a:chOff x="455033" y="761320"/>
            <a:chExt cx="1828800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1F22D752-F2AA-FA75-498C-5811E16A2BDD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83FB943-28BD-1302-B670-30DA05601971}"/>
                </a:ext>
              </a:extLst>
            </p:cNvPr>
            <p:cNvSpPr/>
            <p:nvPr/>
          </p:nvSpPr>
          <p:spPr>
            <a:xfrm>
              <a:off x="1541322" y="761320"/>
              <a:ext cx="742511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044F03C0-A72C-D6E2-9203-34EC64EF3DC6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E2AD3663-C49C-E973-FAEE-9FD52A1D6F20}"/>
              </a:ext>
            </a:extLst>
          </p:cNvPr>
          <p:cNvSpPr/>
          <p:nvPr/>
        </p:nvSpPr>
        <p:spPr>
          <a:xfrm>
            <a:off x="4221871" y="-19648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EAA4F857-57A0-DCF5-B5CD-A94A0519E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7DD189A2-8A6E-4F1C-05C1-4F38EA1740B3}"/>
              </a:ext>
            </a:extLst>
          </p:cNvPr>
          <p:cNvGrpSpPr/>
          <p:nvPr/>
        </p:nvGrpSpPr>
        <p:grpSpPr>
          <a:xfrm rot="21124692">
            <a:off x="1347872" y="3957043"/>
            <a:ext cx="312976" cy="461640"/>
            <a:chOff x="8459652" y="4365431"/>
            <a:chExt cx="312976" cy="461640"/>
          </a:xfrm>
        </p:grpSpPr>
        <p:pic>
          <p:nvPicPr>
            <p:cNvPr id="121" name="圖片 120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E6330767-5202-876B-939C-872C9007C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122" name="圖片 121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2E29A48B-744C-A61D-BF81-466F6D409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F7B08B90-3C3A-8A80-DEB5-9D1871307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  <p:sp>
        <p:nvSpPr>
          <p:cNvPr id="86" name="矩形 85">
            <a:extLst>
              <a:ext uri="{FF2B5EF4-FFF2-40B4-BE49-F238E27FC236}">
                <a16:creationId xmlns:a16="http://schemas.microsoft.com/office/drawing/2014/main" id="{247FC53F-5218-9A7A-646E-9625CB0DC325}"/>
              </a:ext>
            </a:extLst>
          </p:cNvPr>
          <p:cNvSpPr/>
          <p:nvPr/>
        </p:nvSpPr>
        <p:spPr>
          <a:xfrm rot="5400000">
            <a:off x="3077339" y="535469"/>
            <a:ext cx="742511" cy="303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EBA45738-85ED-A279-9D0F-F7934D3E9200}"/>
              </a:ext>
            </a:extLst>
          </p:cNvPr>
          <p:cNvGrpSpPr/>
          <p:nvPr/>
        </p:nvGrpSpPr>
        <p:grpSpPr>
          <a:xfrm rot="10800000">
            <a:off x="1159117" y="1668002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351EC42C-2539-08A5-D28B-476CDA822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E7DC20E5-8AEC-3B48-8CEC-0E43E1FFD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F605F2D-7FE7-0A1A-58F8-E481BE5E90C9}"/>
              </a:ext>
            </a:extLst>
          </p:cNvPr>
          <p:cNvSpPr/>
          <p:nvPr/>
        </p:nvSpPr>
        <p:spPr>
          <a:xfrm>
            <a:off x="1334764" y="188556"/>
            <a:ext cx="942835" cy="205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584B38DB-379C-A193-4A9B-6550BF8920F2}"/>
              </a:ext>
            </a:extLst>
          </p:cNvPr>
          <p:cNvSpPr/>
          <p:nvPr/>
        </p:nvSpPr>
        <p:spPr>
          <a:xfrm>
            <a:off x="1172252" y="1680000"/>
            <a:ext cx="775723" cy="168290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66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2" grpId="0" animBg="1"/>
      <p:bldP spid="1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22D3-2575-6ED2-405D-3B07C2F4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C1A34A04-5FC2-7851-163E-9A23B56D493A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03CFBFB-E3D0-DE20-4B07-DAB3AB7B2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27A92F4-310D-88BA-4A5D-4A3A10375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94F9083-753C-7463-757D-1447AE0DB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1D8262A-F686-4DE6-9520-9BDF0B5F9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475536D-E519-F21F-3FAA-9982EBD2A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4F536FD3-ECE6-7865-E8AF-F64E0744933A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61521AE-4A2C-5B47-E6B8-61CF58C97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4A20AF1-32F6-95D9-8A8F-917F39705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F217D7F-50CB-D25A-7FE5-993AA0AF2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3FC0097-C8C8-797D-6374-209814C2F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30C1522-96B6-7FFF-B411-3531D5B28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EE63F60F-2475-452B-C3A9-EB770419CE3F}"/>
              </a:ext>
            </a:extLst>
          </p:cNvPr>
          <p:cNvGrpSpPr/>
          <p:nvPr/>
        </p:nvGrpSpPr>
        <p:grpSpPr>
          <a:xfrm>
            <a:off x="0" y="2843671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B43C513-B767-4AF3-A388-11ADA2875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395AD02-B792-3F18-5C55-8F79E4F0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12A4E8D-C8C4-8D2A-0A4B-2ADCCA52D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98E52E8-D6FC-8E65-F3E3-D897D64C3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0A14B57-A166-9770-67FE-36A74C754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1C21A36A-2523-2921-416F-06BEDE31354B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29E87B4-ABC1-36E0-B5C6-2403DACF1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045FBE3-D4DA-66A0-DA23-03670A1BC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E318C09-49B3-C406-88B0-13B4639D4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3F573EE-6082-97B5-6693-FE41290A5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59F9B12-CD9D-5CF2-EFB9-F1D10794D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2D5C223C-CEA0-9C43-F4E4-20A797F25D4E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C2E4DBB-E8F1-A386-C412-BA03C38AD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E7453F0-1034-9D92-9D94-947540CD9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20CCB02-E8F2-0E10-1D1E-38092450F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023EB46-ADA9-6070-F94B-BDDB368B7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67AC111-4415-97F0-7C8E-FEBF8EF3A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D92EF815-D0A3-1BA9-CD8C-FBB6F6192FC0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E3CCDFC-8C9A-63A7-ABF9-5FAED7F3F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4F0944F-1E46-9E91-2156-505911A3A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7DC961C3-C8FA-A1D0-4811-E3883C197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0C7760B-6B7E-8C5B-0A5C-A617D4CDA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A9FF1D5-0002-9F1A-A9B8-0AA3B203A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39E17B7D-4BD8-78AB-D65D-CD876BDDA601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22BDA07-75A9-F357-FDA5-26D580B359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3152AFA-9ECB-0219-5626-D7FE91FC1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AF0532C-DB66-9508-DE23-6B8CA006A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88DC1B3-3A79-36E1-27D7-53D2B593B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316821E-0AF7-BDAF-3262-E1402BC76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0C897BB8-D7A6-0277-76E3-49C6CFC94207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9ACADA4-9413-4C06-7987-28762893E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9006BC6-3DBB-20DE-F064-3B2994FF9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B454670-1306-AA02-2805-BF8CA517F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3EBCA4C-B6FB-DC4B-9849-6E85AB78F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C6BCE42-2259-93A0-E987-8C03A659F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BF0D002F-F13D-369D-08F1-175CCDEDA676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71462C3E-F6EF-E34B-77CD-8B98B737DBF1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6B2F39E2-D10C-7E8F-1A8E-D7E6108F4F2C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F7E3FA7D-8AE9-9A33-7B70-3C2FDAB7C0BF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1FFB9CFF-9029-B010-C5BE-51C8E469CBFA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07157E05-21CF-1C2D-495E-626D41A8D4ED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F5FB2980-FDFC-0A0E-87A3-0451D17D0B10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362496F8-33CB-A28D-134F-614DDBDB23C4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BE129278-5723-DC45-F321-4B631EB3FF7A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A089E447-F447-78E4-F43A-397C4D79EAEA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A629236D-94DC-21DB-E0B4-1FF44A9F5C01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F27C2AC7-3758-96BC-F833-6A23103CC9B5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47661C57-73C7-C282-1433-CD4C5BF1E93F}"/>
              </a:ext>
            </a:extLst>
          </p:cNvPr>
          <p:cNvGrpSpPr/>
          <p:nvPr/>
        </p:nvGrpSpPr>
        <p:grpSpPr>
          <a:xfrm>
            <a:off x="3287826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CD244918-5CA2-BF50-3150-D46DAA3C3A6E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02E12832-0114-4FB3-E003-235520A46AB4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028D86EC-7030-E09D-1370-DD6FAB296456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4FF4C391-B2F9-B74C-FAD9-ACCF16EF9FF4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4346E2E6-9D3E-9E64-611A-74F722AAA0AD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5B9733FA-280D-A420-8D82-A02CF58D03C9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5B928048-3E93-575B-4C48-A415E8BDEAD9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4E1380D6-D94B-374D-01A7-1A63317D53AD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C94301E7-AED4-F6A5-6594-3415385F41F1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FB5A4DAE-F504-88C8-3300-71780D445562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61ABE4EA-26AE-CA99-77B6-2AD8F875B72D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4302BA8A-AA66-A711-1ADE-B390363CF71F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C4FF5DEE-FA19-48E5-56D7-22E18E314A6F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8F87B030-128D-1248-021F-00313643F166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7BFCE556-A37D-4122-F6C6-E637367811F8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949A109E-48D2-C060-1440-484D64F2623C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2170EAB5-65DA-3FC0-DCAC-C9822F41E81A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D0B94A05-364B-C2ED-FDCD-A780AF1B90C3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B1F64CFC-C6B7-2EC4-179F-E2436EEDCD53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4522890D-C2CA-5FE6-55FE-92831EA37763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7B6A3F34-212D-E391-172C-9E2C85533894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961E4063-CBDB-62A6-73B2-59AE4E130D21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592521F7-C15E-8624-F1D9-E95A4EEED468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630781B9-487C-CDF2-1F71-E396DD49EB53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4024A956-3BBB-D800-D37C-08B229E31E62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62754596-ADBE-1CAA-BA05-B5A1B9FCE877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13A23880-C636-8892-4BF3-AC56AD85F8DA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64C79A77-6A63-0AA5-E1D9-1B6DEA97B5D0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6D4479EA-4A80-D519-2C4F-65963EFDFDFB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C885CA8F-71FE-706C-D68F-6D71AEB1E4ED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83867F7C-86A2-05F3-91B1-D791CB6A940F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35C35DFE-C6CA-DC07-2DF4-C23C28D881D2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032CD02E-64EA-E65C-97F5-BB8CD14D3769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6918B849-B2EA-EC34-CECA-1DF2B0125F3B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00AB2FE5-48D4-D9BD-3338-BE4AF7D32DAF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20C016FF-FF12-3043-B295-E840AEC22A13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FAD947E5-651F-CE44-C8D6-29DF61C8AC4A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49F39DFF-5E9D-5BFD-D4D8-17A4FB4EA3F3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E072143F-1125-CF44-ADF4-9FEE06EDDA9C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B5FCDC81-DFF3-5B11-A800-461370B0E4BC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693B838D-1F02-E28C-5009-B43898612FB8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6CE91D04-096D-884C-21BF-19C0C8104BC6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34A71987-8B6E-767F-3B08-1661143D86A1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E5870208-09D4-5E1C-5A1A-3486DF31DF4B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5811E72A-8489-9465-D559-E316F940BA05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27F0BB7F-C8B2-219B-80B0-008EDE77A5AA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05497449-27A7-6708-5E83-45CAACFF2E1F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6BDDBF90-3039-8EC0-2BCC-FDD01B616F63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53C86032-4C8D-9826-D26F-0BE09FE46B09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18DE28DE-8C15-1FB4-2655-F5F463E2BCCC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A203C0E9-11F1-48E7-6E7F-7D96A0E3FDD6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BB16C46D-5ABA-9669-BE03-659C62BD8649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40B5C599-F56C-4206-650E-BF613F76AA87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5630BDC9-D491-5CE3-6596-221B03BB1039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ABEE80C5-16DE-6E26-F3ED-20206864F31A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55931052-4F5A-3863-307B-C195E4545363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8EA034F2-8EDC-FD59-E1EC-3E1846EB82C9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4A42E067-9A63-7A72-35E4-E87A00C7B396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03396470-EED3-F916-1D49-96B2B0864758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C2A6D6AE-D7E9-5679-84BA-71F0AF52A068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585DD031-E50A-87A5-1760-B151BB63C088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96E3653C-F20B-E14E-DD53-C1401724DFB0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22A67DB-8B7A-791F-5272-8E379AE4995C}"/>
              </a:ext>
            </a:extLst>
          </p:cNvPr>
          <p:cNvSpPr txBox="1"/>
          <p:nvPr/>
        </p:nvSpPr>
        <p:spPr>
          <a:xfrm>
            <a:off x="5503001" y="188557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$ 400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8E1598B4-CB27-92C1-320B-6F2F5EEF150A}"/>
              </a:ext>
            </a:extLst>
          </p:cNvPr>
          <p:cNvSpPr txBox="1"/>
          <p:nvPr/>
        </p:nvSpPr>
        <p:spPr>
          <a:xfrm>
            <a:off x="3478350" y="188557"/>
            <a:ext cx="74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-100 ft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469F257C-130D-2653-893A-52A509046DD1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7A871CFC-63F1-0881-C808-278F4A43BE4D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3DE8B872-1D9A-20FA-DD94-557037756439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8E7AD32F-F087-CC37-53B4-7DECCD1EA755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60804987-E666-09AF-DFA8-DAD724470DA2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73517498-F832-BF57-C137-58892BABA8C9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1C0720BD-0229-1A70-F0F2-C74AB829EE22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6B2A1CA7-D1DE-8935-A001-C78C83DA5F63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123134CF-E793-9AE1-DDA9-0D8A2599FE28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C8466C91-208B-F511-E203-2C0BDB28231C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B9821D2E-5295-0E91-BA94-6BFFB1B18261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BCDE9C9E-30DD-BA84-849F-751827BFF391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57909262-3F0B-EA0B-AD3D-00BF316B0D21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368A4D79-0F6C-A925-9240-BD83887D2358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27348343-8DFC-8D13-1F3A-0D84833E25C3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9107F752-77EF-D2D3-2A1B-7FC312D9FA62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EE1D63A6-58CD-5CB4-80A0-FC4C202B2C24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05B238E8-ABCE-3997-E005-1D1630DDA9E7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61CF2672-9324-E3DC-0642-60E49EE62C1B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0C998D3B-F7E9-6CBA-2052-5D659316D183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7B13C9EA-64C0-B343-3807-0473A3FCB3D0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6D916A79-63CF-3924-CEDC-69058BD2AED5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7C90E474-BECD-F298-F092-27195F7B3747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9ED6ADAD-6F66-BC38-8EAC-8D9CA2B2CD74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6EF6AE39-74EF-5719-656C-121D50C44A03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38D2DAAE-D7D9-AF7F-6D0F-5E6057FA420C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A3C22749-2666-2B3A-2176-7300AC62EA01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CDF85544-6E3E-050D-3B05-AD2289502D5D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00D241CA-14DB-CE82-8041-5B05A2BE3C38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4A6B58C3-D5CF-4028-FEE6-F7894B2C94B7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F77EFF1B-A419-66C3-4772-73C3BD88CCE2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26E9CF0C-E2FA-3FC4-9FC4-E04841CD5896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6D2BA17B-5031-A897-09AD-F83C510EDB9E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FDB90659-D137-D366-8C7C-9BA08250EB90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8C480564-C8D4-5922-C640-571C4F0F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73CA9632-1C86-A8B3-83B6-F3458D54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36A03581-5D17-2FD9-DFD9-DC800E166C0E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A86909FC-FC83-1574-77CF-1C2BE4DA3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E6520626-541B-778F-6FBD-5810F0C09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31DED0DD-0050-572D-F4A4-B445C85E9385}"/>
              </a:ext>
            </a:extLst>
          </p:cNvPr>
          <p:cNvGrpSpPr/>
          <p:nvPr/>
        </p:nvGrpSpPr>
        <p:grpSpPr>
          <a:xfrm>
            <a:off x="455033" y="761320"/>
            <a:ext cx="1828801" cy="205848"/>
            <a:chOff x="455033" y="761320"/>
            <a:chExt cx="1828801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693FE08F-E4FE-6422-BC4D-9A153D4BED73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9C8C7AB0-BF4A-9A6A-8308-E2FDFA3F4D6D}"/>
                </a:ext>
              </a:extLst>
            </p:cNvPr>
            <p:cNvSpPr/>
            <p:nvPr/>
          </p:nvSpPr>
          <p:spPr>
            <a:xfrm>
              <a:off x="1425772" y="761320"/>
              <a:ext cx="858062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8D4BFC3C-0A73-0234-A045-9936D0593343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714E266-5B14-7F0C-C207-C503BC1BB344}"/>
              </a:ext>
            </a:extLst>
          </p:cNvPr>
          <p:cNvSpPr/>
          <p:nvPr/>
        </p:nvSpPr>
        <p:spPr>
          <a:xfrm>
            <a:off x="4221871" y="-19648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9CB1942E-2D85-61FA-712A-96B2CEDB3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889768CA-E176-9134-889C-679A81D614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  <p:sp>
        <p:nvSpPr>
          <p:cNvPr id="86" name="矩形 85">
            <a:extLst>
              <a:ext uri="{FF2B5EF4-FFF2-40B4-BE49-F238E27FC236}">
                <a16:creationId xmlns:a16="http://schemas.microsoft.com/office/drawing/2014/main" id="{D89DF95F-C7A2-21D1-3710-B91C054EC858}"/>
              </a:ext>
            </a:extLst>
          </p:cNvPr>
          <p:cNvSpPr/>
          <p:nvPr/>
        </p:nvSpPr>
        <p:spPr>
          <a:xfrm rot="5400000">
            <a:off x="2693811" y="151942"/>
            <a:ext cx="742511" cy="3798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536465B2-7181-66B5-7D2D-4453688C40F9}"/>
              </a:ext>
            </a:extLst>
          </p:cNvPr>
          <p:cNvGrpSpPr/>
          <p:nvPr/>
        </p:nvGrpSpPr>
        <p:grpSpPr>
          <a:xfrm rot="10800000">
            <a:off x="1136891" y="2308152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14B03986-DD95-8A39-D038-9C18DF92A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3AC83D48-DFB7-CC7B-FE4C-72D2BB6D8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52571F4C-42EF-14D1-C905-E212E1A5B457}"/>
              </a:ext>
            </a:extLst>
          </p:cNvPr>
          <p:cNvSpPr/>
          <p:nvPr/>
        </p:nvSpPr>
        <p:spPr>
          <a:xfrm>
            <a:off x="1334764" y="188556"/>
            <a:ext cx="942835" cy="205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BC200E18-C671-E30F-F204-86DD6B0D8281}"/>
              </a:ext>
            </a:extLst>
          </p:cNvPr>
          <p:cNvGrpSpPr/>
          <p:nvPr/>
        </p:nvGrpSpPr>
        <p:grpSpPr>
          <a:xfrm rot="21124692">
            <a:off x="1347872" y="3957043"/>
            <a:ext cx="312976" cy="461640"/>
            <a:chOff x="8459652" y="4365431"/>
            <a:chExt cx="312976" cy="461640"/>
          </a:xfrm>
        </p:grpSpPr>
        <p:pic>
          <p:nvPicPr>
            <p:cNvPr id="121" name="圖片 120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31CC24CE-2053-4C21-FA4C-897854294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122" name="圖片 121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8093BC02-8A36-8C76-D041-A218CB039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041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8A99-0CF7-E52E-884F-33FB89DD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A1CECFC3-A107-919D-3D97-4603611DF976}"/>
              </a:ext>
            </a:extLst>
          </p:cNvPr>
          <p:cNvGrpSpPr/>
          <p:nvPr/>
        </p:nvGrpSpPr>
        <p:grpSpPr>
          <a:xfrm>
            <a:off x="0" y="3987158"/>
            <a:ext cx="9144000" cy="1173249"/>
            <a:chOff x="0" y="4210812"/>
            <a:chExt cx="9144000" cy="932688"/>
          </a:xfrm>
        </p:grpSpPr>
        <p:pic>
          <p:nvPicPr>
            <p:cNvPr id="11" name="圖片 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A461138-4840-9795-4D50-BDC513B24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2" name="圖片 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8F0BA40-D635-F86E-CD65-EF86761EF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3" name="圖片 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7F3DE99-56D2-AFCD-B5A7-93B96CFC7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94" name="圖片 9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7650C93-EECE-92C1-1A3A-90384536E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5" name="圖片 9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E104A1F-F17E-24D9-EDDA-3A7DBCB87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B93941BF-34F0-B912-519E-D272969E77C7}"/>
              </a:ext>
            </a:extLst>
          </p:cNvPr>
          <p:cNvGrpSpPr/>
          <p:nvPr/>
        </p:nvGrpSpPr>
        <p:grpSpPr>
          <a:xfrm>
            <a:off x="0" y="3536981"/>
            <a:ext cx="9144000" cy="932688"/>
            <a:chOff x="0" y="4210812"/>
            <a:chExt cx="9144000" cy="932688"/>
          </a:xfrm>
        </p:grpSpPr>
        <p:pic>
          <p:nvPicPr>
            <p:cNvPr id="97" name="圖片 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03D4E61-38DC-B876-4CE3-D30F6ADBC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98" name="圖片 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62AE7EE-F9B8-A17B-6FE0-3AD6E4EF6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99" name="圖片 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366BCE4-A4FB-913B-B5D5-8EBE688F9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0" name="圖片 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122E6BC-B64F-990D-7AEB-F66194D93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1" name="圖片 10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935BA89-62BA-C17E-519C-542E6CBC7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E4666B40-4C7D-A16A-9ADC-4196D1095774}"/>
              </a:ext>
            </a:extLst>
          </p:cNvPr>
          <p:cNvGrpSpPr/>
          <p:nvPr/>
        </p:nvGrpSpPr>
        <p:grpSpPr>
          <a:xfrm>
            <a:off x="0" y="2843671"/>
            <a:ext cx="9144000" cy="1009635"/>
            <a:chOff x="0" y="4210812"/>
            <a:chExt cx="9144000" cy="932688"/>
          </a:xfrm>
        </p:grpSpPr>
        <p:pic>
          <p:nvPicPr>
            <p:cNvPr id="103" name="圖片 10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5CF4E7B-31B9-D441-5640-F48E195F7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04" name="圖片 10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EE3DC907-E1ED-3508-FFF7-7C8BD3B55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05" name="圖片 10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E677A27-4F6F-569C-0E7B-6132FD112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06" name="圖片 10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77431CC-0660-014A-547D-21C1C6490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07" name="圖片 10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40B4140-22E7-8C79-85C3-8CB69155A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D5A1A27B-A12E-7DD9-7A66-CFC7344DC522}"/>
              </a:ext>
            </a:extLst>
          </p:cNvPr>
          <p:cNvGrpSpPr/>
          <p:nvPr/>
        </p:nvGrpSpPr>
        <p:grpSpPr>
          <a:xfrm>
            <a:off x="0" y="2273612"/>
            <a:ext cx="9144000" cy="1009635"/>
            <a:chOff x="0" y="4210812"/>
            <a:chExt cx="9144000" cy="932688"/>
          </a:xfrm>
        </p:grpSpPr>
        <p:pic>
          <p:nvPicPr>
            <p:cNvPr id="109" name="圖片 10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29B7DEC-6025-A528-7EFE-56B621EFE4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10" name="圖片 10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227CA0A2-B13D-FDA2-2630-D63BAE10A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11" name="圖片 11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F11BF60-E771-F65B-E88A-66C1DCD1B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12" name="圖片 11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53FD41C-37A9-DA86-39DC-39D19CB5E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13" name="圖片 11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C5FE0281-C045-388C-EBCF-9239EA26F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95" name="群組 194">
            <a:extLst>
              <a:ext uri="{FF2B5EF4-FFF2-40B4-BE49-F238E27FC236}">
                <a16:creationId xmlns:a16="http://schemas.microsoft.com/office/drawing/2014/main" id="{E6F258C9-F7E7-35CC-4EC1-B8C0B50BF0C8}"/>
              </a:ext>
            </a:extLst>
          </p:cNvPr>
          <p:cNvGrpSpPr/>
          <p:nvPr/>
        </p:nvGrpSpPr>
        <p:grpSpPr>
          <a:xfrm>
            <a:off x="0" y="1477890"/>
            <a:ext cx="9144000" cy="1173249"/>
            <a:chOff x="0" y="4210812"/>
            <a:chExt cx="9144000" cy="932688"/>
          </a:xfrm>
        </p:grpSpPr>
        <p:pic>
          <p:nvPicPr>
            <p:cNvPr id="196" name="圖片 19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7785ABD-E57F-5203-A0D6-AE035FC2C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7" name="圖片 19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CC46B37-3050-AD98-70F2-6A92C4781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8" name="圖片 19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E0B9085-BFCE-17AA-6A6C-6AF78BAD8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9" name="圖片 19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5850ECD-E12A-4643-9080-14918A805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200" name="圖片 19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6676334F-7749-BAFB-8909-90479177F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9681178B-540E-082B-B747-FE6ACD42244A}"/>
              </a:ext>
            </a:extLst>
          </p:cNvPr>
          <p:cNvGrpSpPr/>
          <p:nvPr/>
        </p:nvGrpSpPr>
        <p:grpSpPr>
          <a:xfrm>
            <a:off x="0" y="911209"/>
            <a:ext cx="9144000" cy="932688"/>
            <a:chOff x="0" y="4210812"/>
            <a:chExt cx="9144000" cy="932688"/>
          </a:xfrm>
        </p:grpSpPr>
        <p:pic>
          <p:nvPicPr>
            <p:cNvPr id="189" name="圖片 18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D1FEFD1B-6178-ED72-8B27-DEEEC4E3C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90" name="圖片 189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A93FA8E-2F40-5375-0ACD-5E5DA98A2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91" name="圖片 190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A05E7533-4FD9-9B82-F9FA-C8A5A28EB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92" name="圖片 191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0478AF53-DD02-A873-B9DC-5FD2835EF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93" name="圖片 19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9F16B687-7FD4-B6F0-CC59-3D2407ADF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C98B902F-43F1-A46C-3FD8-961918DD88B1}"/>
              </a:ext>
            </a:extLst>
          </p:cNvPr>
          <p:cNvGrpSpPr/>
          <p:nvPr/>
        </p:nvGrpSpPr>
        <p:grpSpPr>
          <a:xfrm>
            <a:off x="0" y="217899"/>
            <a:ext cx="9144000" cy="1009635"/>
            <a:chOff x="0" y="4210812"/>
            <a:chExt cx="9144000" cy="932688"/>
          </a:xfrm>
        </p:grpSpPr>
        <p:pic>
          <p:nvPicPr>
            <p:cNvPr id="183" name="圖片 182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4EC300D8-714D-9964-9A06-DFBD0ED24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184" name="圖片 18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598D683-1D63-B16A-750D-C03D82AD8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185" name="圖片 18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96036BA-B8E6-00EC-BB47-A93C0482F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186" name="圖片 18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FB38096-1ED6-4A33-78DD-4D62C2C07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187" name="圖片 186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3A260580-921D-FB04-6C06-277A4E1A6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AD50D38F-6A44-C6D8-222E-8AF0CC9B952D}"/>
              </a:ext>
            </a:extLst>
          </p:cNvPr>
          <p:cNvGrpSpPr/>
          <p:nvPr/>
        </p:nvGrpSpPr>
        <p:grpSpPr>
          <a:xfrm>
            <a:off x="0" y="-352160"/>
            <a:ext cx="9144000" cy="1009635"/>
            <a:chOff x="0" y="4210812"/>
            <a:chExt cx="9144000" cy="932688"/>
          </a:xfrm>
        </p:grpSpPr>
        <p:pic>
          <p:nvPicPr>
            <p:cNvPr id="4" name="圖片 3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F926E2B7-1D35-3A3E-F330-015266FE9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9280" y="4210812"/>
              <a:ext cx="1859280" cy="932688"/>
            </a:xfrm>
            <a:prstGeom prst="rect">
              <a:avLst/>
            </a:prstGeom>
          </p:spPr>
        </p:pic>
        <p:pic>
          <p:nvPicPr>
            <p:cNvPr id="5" name="圖片 4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B0ABE70C-D286-D4DB-0A32-3F5B55756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2360" y="4210812"/>
              <a:ext cx="1859280" cy="932688"/>
            </a:xfrm>
            <a:prstGeom prst="rect">
              <a:avLst/>
            </a:prstGeom>
          </p:spPr>
        </p:pic>
        <p:pic>
          <p:nvPicPr>
            <p:cNvPr id="6" name="圖片 5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8EEE3EF5-7252-F5FE-5C23-25B8E2E6C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10812"/>
              <a:ext cx="1859280" cy="932688"/>
            </a:xfrm>
            <a:prstGeom prst="rect">
              <a:avLst/>
            </a:prstGeom>
          </p:spPr>
        </p:pic>
        <p:pic>
          <p:nvPicPr>
            <p:cNvPr id="8" name="圖片 7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52E21825-BCC0-9A71-9CD9-612F6E56D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1640" y="4210812"/>
              <a:ext cx="1859280" cy="932688"/>
            </a:xfrm>
            <a:prstGeom prst="rect">
              <a:avLst/>
            </a:prstGeom>
          </p:spPr>
        </p:pic>
        <p:pic>
          <p:nvPicPr>
            <p:cNvPr id="9" name="圖片 8" descr="一張含有 螢幕擷取畫面, 樣式, 鮮豔, 像素 的圖片&#10;&#10;AI 產生的內容可能不正確。">
              <a:extLst>
                <a:ext uri="{FF2B5EF4-FFF2-40B4-BE49-F238E27FC236}">
                  <a16:creationId xmlns:a16="http://schemas.microsoft.com/office/drawing/2014/main" id="{1E85E902-4B11-8A45-C0B5-F1136469D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4720" y="4210812"/>
              <a:ext cx="1859280" cy="932688"/>
            </a:xfrm>
            <a:prstGeom prst="rect">
              <a:avLst/>
            </a:prstGeom>
          </p:spPr>
        </p:pic>
      </p:grpSp>
      <p:grpSp>
        <p:nvGrpSpPr>
          <p:cNvPr id="12" name="Google Shape;6785;p89">
            <a:extLst>
              <a:ext uri="{FF2B5EF4-FFF2-40B4-BE49-F238E27FC236}">
                <a16:creationId xmlns:a16="http://schemas.microsoft.com/office/drawing/2014/main" id="{9FDA5D70-C421-E9A1-3E69-C4F2321F0B89}"/>
              </a:ext>
            </a:extLst>
          </p:cNvPr>
          <p:cNvGrpSpPr/>
          <p:nvPr/>
        </p:nvGrpSpPr>
        <p:grpSpPr>
          <a:xfrm>
            <a:off x="8682576" y="959325"/>
            <a:ext cx="360091" cy="360117"/>
            <a:chOff x="7414946" y="3220873"/>
            <a:chExt cx="360091" cy="360117"/>
          </a:xfrm>
        </p:grpSpPr>
        <p:sp>
          <p:nvSpPr>
            <p:cNvPr id="13" name="Google Shape;6786;p89">
              <a:extLst>
                <a:ext uri="{FF2B5EF4-FFF2-40B4-BE49-F238E27FC236}">
                  <a16:creationId xmlns:a16="http://schemas.microsoft.com/office/drawing/2014/main" id="{9B3486DB-6420-674A-9A39-63C8C20CCD28}"/>
                </a:ext>
              </a:extLst>
            </p:cNvPr>
            <p:cNvSpPr/>
            <p:nvPr/>
          </p:nvSpPr>
          <p:spPr>
            <a:xfrm>
              <a:off x="7414946" y="3305234"/>
              <a:ext cx="151619" cy="195389"/>
            </a:xfrm>
            <a:custGeom>
              <a:avLst/>
              <a:gdLst/>
              <a:ahLst/>
              <a:cxnLst/>
              <a:rect l="l" t="t" r="r" b="b"/>
              <a:pathLst>
                <a:path w="5771" h="7437" extrusionOk="0">
                  <a:moveTo>
                    <a:pt x="0" y="1"/>
                  </a:moveTo>
                  <a:lnTo>
                    <a:pt x="0" y="4572"/>
                  </a:lnTo>
                  <a:lnTo>
                    <a:pt x="5771" y="7437"/>
                  </a:lnTo>
                  <a:lnTo>
                    <a:pt x="4571" y="1360"/>
                  </a:lnTo>
                  <a:lnTo>
                    <a:pt x="902" y="2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787;p89">
              <a:extLst>
                <a:ext uri="{FF2B5EF4-FFF2-40B4-BE49-F238E27FC236}">
                  <a16:creationId xmlns:a16="http://schemas.microsoft.com/office/drawing/2014/main" id="{ABF7C77E-56C2-5F20-D8FE-26443A6E659F}"/>
                </a:ext>
              </a:extLst>
            </p:cNvPr>
            <p:cNvSpPr/>
            <p:nvPr/>
          </p:nvSpPr>
          <p:spPr>
            <a:xfrm>
              <a:off x="7414946" y="3425326"/>
              <a:ext cx="143789" cy="155665"/>
            </a:xfrm>
            <a:custGeom>
              <a:avLst/>
              <a:gdLst/>
              <a:ahLst/>
              <a:cxnLst/>
              <a:rect l="l" t="t" r="r" b="b"/>
              <a:pathLst>
                <a:path w="5473" h="5925" extrusionOk="0">
                  <a:moveTo>
                    <a:pt x="0" y="1"/>
                  </a:moveTo>
                  <a:lnTo>
                    <a:pt x="0" y="4572"/>
                  </a:lnTo>
                  <a:lnTo>
                    <a:pt x="4571" y="5924"/>
                  </a:lnTo>
                  <a:lnTo>
                    <a:pt x="5473" y="3642"/>
                  </a:lnTo>
                  <a:lnTo>
                    <a:pt x="4571" y="13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788;p89">
              <a:extLst>
                <a:ext uri="{FF2B5EF4-FFF2-40B4-BE49-F238E27FC236}">
                  <a16:creationId xmlns:a16="http://schemas.microsoft.com/office/drawing/2014/main" id="{C015CA25-2F78-ABC2-D7B9-08ADBD802FE7}"/>
                </a:ext>
              </a:extLst>
            </p:cNvPr>
            <p:cNvSpPr/>
            <p:nvPr/>
          </p:nvSpPr>
          <p:spPr>
            <a:xfrm>
              <a:off x="7735471" y="3430265"/>
              <a:ext cx="39566" cy="150725"/>
            </a:xfrm>
            <a:custGeom>
              <a:avLst/>
              <a:gdLst/>
              <a:ahLst/>
              <a:cxnLst/>
              <a:rect l="l" t="t" r="r" b="b"/>
              <a:pathLst>
                <a:path w="1506" h="5737" extrusionOk="0">
                  <a:moveTo>
                    <a:pt x="1" y="0"/>
                  </a:moveTo>
                  <a:lnTo>
                    <a:pt x="604" y="5466"/>
                  </a:lnTo>
                  <a:lnTo>
                    <a:pt x="1506" y="5736"/>
                  </a:lnTo>
                  <a:lnTo>
                    <a:pt x="1506" y="116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789;p89">
              <a:extLst>
                <a:ext uri="{FF2B5EF4-FFF2-40B4-BE49-F238E27FC236}">
                  <a16:creationId xmlns:a16="http://schemas.microsoft.com/office/drawing/2014/main" id="{73A28C4B-595A-BDB1-2F20-C2F72CA7C96A}"/>
                </a:ext>
              </a:extLst>
            </p:cNvPr>
            <p:cNvSpPr/>
            <p:nvPr/>
          </p:nvSpPr>
          <p:spPr>
            <a:xfrm>
              <a:off x="7623418" y="3393641"/>
              <a:ext cx="127947" cy="180229"/>
            </a:xfrm>
            <a:custGeom>
              <a:avLst/>
              <a:gdLst/>
              <a:ahLst/>
              <a:cxnLst/>
              <a:rect l="l" t="t" r="r" b="b"/>
              <a:pathLst>
                <a:path w="4870" h="6860" extrusionOk="0">
                  <a:moveTo>
                    <a:pt x="0" y="0"/>
                  </a:moveTo>
                  <a:lnTo>
                    <a:pt x="1200" y="5778"/>
                  </a:lnTo>
                  <a:lnTo>
                    <a:pt x="4869" y="6860"/>
                  </a:lnTo>
                  <a:lnTo>
                    <a:pt x="4869" y="2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790;p89">
              <a:extLst>
                <a:ext uri="{FF2B5EF4-FFF2-40B4-BE49-F238E27FC236}">
                  <a16:creationId xmlns:a16="http://schemas.microsoft.com/office/drawing/2014/main" id="{56DC9BE5-20B5-4859-5946-1D9A67562336}"/>
                </a:ext>
              </a:extLst>
            </p:cNvPr>
            <p:cNvSpPr/>
            <p:nvPr/>
          </p:nvSpPr>
          <p:spPr>
            <a:xfrm>
              <a:off x="7535038" y="3420045"/>
              <a:ext cx="119908" cy="160945"/>
            </a:xfrm>
            <a:custGeom>
              <a:avLst/>
              <a:gdLst/>
              <a:ahLst/>
              <a:cxnLst/>
              <a:rect l="l" t="t" r="r" b="b"/>
              <a:pathLst>
                <a:path w="4564" h="6126" extrusionOk="0">
                  <a:moveTo>
                    <a:pt x="2282" y="1"/>
                  </a:moveTo>
                  <a:lnTo>
                    <a:pt x="0" y="1554"/>
                  </a:lnTo>
                  <a:lnTo>
                    <a:pt x="0" y="6125"/>
                  </a:lnTo>
                  <a:lnTo>
                    <a:pt x="4564" y="4773"/>
                  </a:lnTo>
                  <a:lnTo>
                    <a:pt x="4564" y="202"/>
                  </a:lnTo>
                  <a:lnTo>
                    <a:pt x="2282" y="1"/>
                  </a:lnTo>
                  <a:close/>
                </a:path>
              </a:pathLst>
            </a:custGeom>
            <a:solidFill>
              <a:srgbClr val="94A5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791;p89">
              <a:extLst>
                <a:ext uri="{FF2B5EF4-FFF2-40B4-BE49-F238E27FC236}">
                  <a16:creationId xmlns:a16="http://schemas.microsoft.com/office/drawing/2014/main" id="{FA8BB65E-9CED-2198-7BDE-D011F34F3030}"/>
                </a:ext>
              </a:extLst>
            </p:cNvPr>
            <p:cNvSpPr/>
            <p:nvPr/>
          </p:nvSpPr>
          <p:spPr>
            <a:xfrm>
              <a:off x="7735471" y="3333845"/>
              <a:ext cx="39566" cy="127054"/>
            </a:xfrm>
            <a:custGeom>
              <a:avLst/>
              <a:gdLst/>
              <a:ahLst/>
              <a:cxnLst/>
              <a:rect l="l" t="t" r="r" b="b"/>
              <a:pathLst>
                <a:path w="1506" h="4836" extrusionOk="0">
                  <a:moveTo>
                    <a:pt x="604" y="1"/>
                  </a:moveTo>
                  <a:lnTo>
                    <a:pt x="1" y="2290"/>
                  </a:lnTo>
                  <a:lnTo>
                    <a:pt x="604" y="4572"/>
                  </a:lnTo>
                  <a:lnTo>
                    <a:pt x="1506" y="4835"/>
                  </a:lnTo>
                  <a:lnTo>
                    <a:pt x="1506" y="271"/>
                  </a:lnTo>
                  <a:lnTo>
                    <a:pt x="60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792;p89">
              <a:extLst>
                <a:ext uri="{FF2B5EF4-FFF2-40B4-BE49-F238E27FC236}">
                  <a16:creationId xmlns:a16="http://schemas.microsoft.com/office/drawing/2014/main" id="{11124C2A-8FC6-D045-CF9F-F3E1E2F5D89E}"/>
                </a:ext>
              </a:extLst>
            </p:cNvPr>
            <p:cNvSpPr/>
            <p:nvPr/>
          </p:nvSpPr>
          <p:spPr>
            <a:xfrm>
              <a:off x="7631248" y="3305234"/>
              <a:ext cx="120118" cy="148729"/>
            </a:xfrm>
            <a:custGeom>
              <a:avLst/>
              <a:gdLst/>
              <a:ahLst/>
              <a:cxnLst/>
              <a:rect l="l" t="t" r="r" b="b"/>
              <a:pathLst>
                <a:path w="4572" h="5661" extrusionOk="0">
                  <a:moveTo>
                    <a:pt x="902" y="1"/>
                  </a:moveTo>
                  <a:lnTo>
                    <a:pt x="0" y="2290"/>
                  </a:lnTo>
                  <a:lnTo>
                    <a:pt x="902" y="4572"/>
                  </a:lnTo>
                  <a:lnTo>
                    <a:pt x="4571" y="5661"/>
                  </a:lnTo>
                  <a:lnTo>
                    <a:pt x="4571" y="109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C2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93;p89">
              <a:extLst>
                <a:ext uri="{FF2B5EF4-FFF2-40B4-BE49-F238E27FC236}">
                  <a16:creationId xmlns:a16="http://schemas.microsoft.com/office/drawing/2014/main" id="{88652675-3ABC-BCA7-4729-7ED33BF54C09}"/>
                </a:ext>
              </a:extLst>
            </p:cNvPr>
            <p:cNvSpPr/>
            <p:nvPr/>
          </p:nvSpPr>
          <p:spPr>
            <a:xfrm>
              <a:off x="7535038" y="3305234"/>
              <a:ext cx="119908" cy="155665"/>
            </a:xfrm>
            <a:custGeom>
              <a:avLst/>
              <a:gdLst/>
              <a:ahLst/>
              <a:cxnLst/>
              <a:rect l="l" t="t" r="r" b="b"/>
              <a:pathLst>
                <a:path w="4564" h="5925" extrusionOk="0">
                  <a:moveTo>
                    <a:pt x="4564" y="1"/>
                  </a:moveTo>
                  <a:lnTo>
                    <a:pt x="0" y="1360"/>
                  </a:lnTo>
                  <a:lnTo>
                    <a:pt x="0" y="5924"/>
                  </a:lnTo>
                  <a:lnTo>
                    <a:pt x="4564" y="4572"/>
                  </a:lnTo>
                  <a:lnTo>
                    <a:pt x="4564" y="1"/>
                  </a:lnTo>
                  <a:close/>
                </a:path>
              </a:pathLst>
            </a:custGeom>
            <a:solidFill>
              <a:srgbClr val="AC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794;p89">
              <a:extLst>
                <a:ext uri="{FF2B5EF4-FFF2-40B4-BE49-F238E27FC236}">
                  <a16:creationId xmlns:a16="http://schemas.microsoft.com/office/drawing/2014/main" id="{7FF31B45-832F-60C3-8CC5-46FF4C720B29}"/>
                </a:ext>
              </a:extLst>
            </p:cNvPr>
            <p:cNvSpPr/>
            <p:nvPr/>
          </p:nvSpPr>
          <p:spPr>
            <a:xfrm>
              <a:off x="7654945" y="3220873"/>
              <a:ext cx="67258" cy="180807"/>
            </a:xfrm>
            <a:custGeom>
              <a:avLst/>
              <a:gdLst/>
              <a:ahLst/>
              <a:cxnLst/>
              <a:rect l="l" t="t" r="r" b="b"/>
              <a:pathLst>
                <a:path w="2560" h="6882" extrusionOk="0">
                  <a:moveTo>
                    <a:pt x="0" y="1"/>
                  </a:moveTo>
                  <a:lnTo>
                    <a:pt x="0" y="6881"/>
                  </a:lnTo>
                  <a:cubicBezTo>
                    <a:pt x="0" y="6881"/>
                    <a:pt x="2559" y="4322"/>
                    <a:pt x="2559" y="2560"/>
                  </a:cubicBezTo>
                  <a:cubicBezTo>
                    <a:pt x="2559" y="1145"/>
                    <a:pt x="1415" y="1"/>
                    <a:pt x="0" y="1"/>
                  </a:cubicBezTo>
                  <a:close/>
                </a:path>
              </a:pathLst>
            </a:custGeom>
            <a:solidFill>
              <a:srgbClr val="1F37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795;p89">
              <a:extLst>
                <a:ext uri="{FF2B5EF4-FFF2-40B4-BE49-F238E27FC236}">
                  <a16:creationId xmlns:a16="http://schemas.microsoft.com/office/drawing/2014/main" id="{F490DB84-7F95-DF74-E608-E45D2031D39D}"/>
                </a:ext>
              </a:extLst>
            </p:cNvPr>
            <p:cNvSpPr/>
            <p:nvPr/>
          </p:nvSpPr>
          <p:spPr>
            <a:xfrm>
              <a:off x="7587688" y="3220873"/>
              <a:ext cx="118831" cy="180807"/>
            </a:xfrm>
            <a:custGeom>
              <a:avLst/>
              <a:gdLst/>
              <a:ahLst/>
              <a:cxnLst/>
              <a:rect l="l" t="t" r="r" b="b"/>
              <a:pathLst>
                <a:path w="4523" h="6882" extrusionOk="0">
                  <a:moveTo>
                    <a:pt x="2560" y="1"/>
                  </a:moveTo>
                  <a:cubicBezTo>
                    <a:pt x="1145" y="1"/>
                    <a:pt x="1" y="1145"/>
                    <a:pt x="1" y="2560"/>
                  </a:cubicBezTo>
                  <a:cubicBezTo>
                    <a:pt x="1" y="4322"/>
                    <a:pt x="2560" y="6881"/>
                    <a:pt x="2560" y="6881"/>
                  </a:cubicBezTo>
                  <a:cubicBezTo>
                    <a:pt x="2560" y="6881"/>
                    <a:pt x="4523" y="4322"/>
                    <a:pt x="4523" y="2560"/>
                  </a:cubicBezTo>
                  <a:cubicBezTo>
                    <a:pt x="4523" y="1152"/>
                    <a:pt x="3642" y="1"/>
                    <a:pt x="2560" y="1"/>
                  </a:cubicBezTo>
                  <a:close/>
                </a:path>
              </a:pathLst>
            </a:custGeom>
            <a:solidFill>
              <a:srgbClr val="4559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796;p89">
              <a:extLst>
                <a:ext uri="{FF2B5EF4-FFF2-40B4-BE49-F238E27FC236}">
                  <a16:creationId xmlns:a16="http://schemas.microsoft.com/office/drawing/2014/main" id="{B4D51D0D-B1C4-85F2-ED49-51FD4AF4E347}"/>
                </a:ext>
              </a:extLst>
            </p:cNvPr>
            <p:cNvSpPr/>
            <p:nvPr/>
          </p:nvSpPr>
          <p:spPr>
            <a:xfrm>
              <a:off x="7607366" y="3252479"/>
              <a:ext cx="83310" cy="71382"/>
            </a:xfrm>
            <a:custGeom>
              <a:avLst/>
              <a:gdLst/>
              <a:ahLst/>
              <a:cxnLst/>
              <a:rect l="l" t="t" r="r" b="b"/>
              <a:pathLst>
                <a:path w="3171" h="2717" extrusionOk="0">
                  <a:moveTo>
                    <a:pt x="1803" y="0"/>
                  </a:moveTo>
                  <a:cubicBezTo>
                    <a:pt x="1470" y="0"/>
                    <a:pt x="1130" y="124"/>
                    <a:pt x="854" y="400"/>
                  </a:cubicBezTo>
                  <a:cubicBezTo>
                    <a:pt x="1" y="1253"/>
                    <a:pt x="604" y="2716"/>
                    <a:pt x="1811" y="2716"/>
                  </a:cubicBezTo>
                  <a:cubicBezTo>
                    <a:pt x="2560" y="2710"/>
                    <a:pt x="3164" y="2106"/>
                    <a:pt x="3171" y="1357"/>
                  </a:cubicBezTo>
                  <a:cubicBezTo>
                    <a:pt x="3171" y="541"/>
                    <a:pt x="2501" y="0"/>
                    <a:pt x="18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6797;p89">
            <a:extLst>
              <a:ext uri="{FF2B5EF4-FFF2-40B4-BE49-F238E27FC236}">
                <a16:creationId xmlns:a16="http://schemas.microsoft.com/office/drawing/2014/main" id="{4C639A6D-E518-F8A7-BE51-AB263FB2140C}"/>
              </a:ext>
            </a:extLst>
          </p:cNvPr>
          <p:cNvGrpSpPr/>
          <p:nvPr/>
        </p:nvGrpSpPr>
        <p:grpSpPr>
          <a:xfrm>
            <a:off x="3287826" y="148978"/>
            <a:ext cx="231829" cy="371782"/>
            <a:chOff x="8027227" y="3215041"/>
            <a:chExt cx="231829" cy="371782"/>
          </a:xfrm>
        </p:grpSpPr>
        <p:sp>
          <p:nvSpPr>
            <p:cNvPr id="25" name="Google Shape;6798;p89">
              <a:extLst>
                <a:ext uri="{FF2B5EF4-FFF2-40B4-BE49-F238E27FC236}">
                  <a16:creationId xmlns:a16="http://schemas.microsoft.com/office/drawing/2014/main" id="{4AC25832-F397-3E0A-855C-5E9A916A724F}"/>
                </a:ext>
              </a:extLst>
            </p:cNvPr>
            <p:cNvSpPr/>
            <p:nvPr/>
          </p:nvSpPr>
          <p:spPr>
            <a:xfrm>
              <a:off x="8135102" y="3239080"/>
              <a:ext cx="123954" cy="131967"/>
            </a:xfrm>
            <a:custGeom>
              <a:avLst/>
              <a:gdLst/>
              <a:ahLst/>
              <a:cxnLst/>
              <a:rect l="l" t="t" r="r" b="b"/>
              <a:pathLst>
                <a:path w="4718" h="5023" extrusionOk="0">
                  <a:moveTo>
                    <a:pt x="4450" y="1"/>
                  </a:moveTo>
                  <a:cubicBezTo>
                    <a:pt x="4446" y="1"/>
                    <a:pt x="4443" y="1"/>
                    <a:pt x="4440" y="1"/>
                  </a:cubicBezTo>
                  <a:lnTo>
                    <a:pt x="230" y="1"/>
                  </a:lnTo>
                  <a:cubicBezTo>
                    <a:pt x="105" y="1"/>
                    <a:pt x="1" y="98"/>
                    <a:pt x="1" y="223"/>
                  </a:cubicBezTo>
                  <a:lnTo>
                    <a:pt x="1" y="5023"/>
                  </a:lnTo>
                  <a:lnTo>
                    <a:pt x="4440" y="5023"/>
                  </a:lnTo>
                  <a:cubicBezTo>
                    <a:pt x="4606" y="5023"/>
                    <a:pt x="4717" y="4850"/>
                    <a:pt x="4648" y="4697"/>
                  </a:cubicBezTo>
                  <a:lnTo>
                    <a:pt x="3656" y="2512"/>
                  </a:lnTo>
                  <a:lnTo>
                    <a:pt x="4655" y="320"/>
                  </a:lnTo>
                  <a:cubicBezTo>
                    <a:pt x="4716" y="171"/>
                    <a:pt x="4611" y="1"/>
                    <a:pt x="4450" y="1"/>
                  </a:cubicBezTo>
                  <a:close/>
                </a:path>
              </a:pathLst>
            </a:custGeom>
            <a:solidFill>
              <a:srgbClr val="AAB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799;p89">
              <a:extLst>
                <a:ext uri="{FF2B5EF4-FFF2-40B4-BE49-F238E27FC236}">
                  <a16:creationId xmlns:a16="http://schemas.microsoft.com/office/drawing/2014/main" id="{BF3C40D9-5927-CA4D-1903-C8BC25F92ECE}"/>
                </a:ext>
              </a:extLst>
            </p:cNvPr>
            <p:cNvSpPr/>
            <p:nvPr/>
          </p:nvSpPr>
          <p:spPr>
            <a:xfrm>
              <a:off x="8135285" y="3240184"/>
              <a:ext cx="40302" cy="22805"/>
            </a:xfrm>
            <a:custGeom>
              <a:avLst/>
              <a:gdLst/>
              <a:ahLst/>
              <a:cxnLst/>
              <a:rect l="l" t="t" r="r" b="b"/>
              <a:pathLst>
                <a:path w="1534" h="868" extrusionOk="0">
                  <a:moveTo>
                    <a:pt x="91" y="1"/>
                  </a:moveTo>
                  <a:cubicBezTo>
                    <a:pt x="35" y="42"/>
                    <a:pt x="1" y="112"/>
                    <a:pt x="1" y="181"/>
                  </a:cubicBezTo>
                  <a:lnTo>
                    <a:pt x="1" y="868"/>
                  </a:lnTo>
                  <a:lnTo>
                    <a:pt x="1388" y="868"/>
                  </a:lnTo>
                  <a:cubicBezTo>
                    <a:pt x="1492" y="868"/>
                    <a:pt x="1534" y="722"/>
                    <a:pt x="1430" y="674"/>
                  </a:cubicBezTo>
                  <a:lnTo>
                    <a:pt x="91" y="1"/>
                  </a:lnTo>
                  <a:close/>
                </a:path>
              </a:pathLst>
            </a:custGeom>
            <a:solidFill>
              <a:srgbClr val="7A8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800;p89">
              <a:extLst>
                <a:ext uri="{FF2B5EF4-FFF2-40B4-BE49-F238E27FC236}">
                  <a16:creationId xmlns:a16="http://schemas.microsoft.com/office/drawing/2014/main" id="{28834C83-AECA-52BF-719C-046C5B00CE85}"/>
                </a:ext>
              </a:extLst>
            </p:cNvPr>
            <p:cNvSpPr/>
            <p:nvPr/>
          </p:nvSpPr>
          <p:spPr>
            <a:xfrm>
              <a:off x="8057309" y="3262962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01;p89">
              <a:extLst>
                <a:ext uri="{FF2B5EF4-FFF2-40B4-BE49-F238E27FC236}">
                  <a16:creationId xmlns:a16="http://schemas.microsoft.com/office/drawing/2014/main" id="{58D2345B-4871-6EBA-A9D5-83B1C91C0B6E}"/>
                </a:ext>
              </a:extLst>
            </p:cNvPr>
            <p:cNvSpPr/>
            <p:nvPr/>
          </p:nvSpPr>
          <p:spPr>
            <a:xfrm>
              <a:off x="8057309" y="3382870"/>
              <a:ext cx="23882" cy="12059"/>
            </a:xfrm>
            <a:custGeom>
              <a:avLst/>
              <a:gdLst/>
              <a:ahLst/>
              <a:cxnLst/>
              <a:rect l="l" t="t" r="r" b="b"/>
              <a:pathLst>
                <a:path w="909" h="459" extrusionOk="0">
                  <a:moveTo>
                    <a:pt x="0" y="1"/>
                  </a:moveTo>
                  <a:lnTo>
                    <a:pt x="0" y="459"/>
                  </a:lnTo>
                  <a:lnTo>
                    <a:pt x="909" y="459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802;p89">
              <a:extLst>
                <a:ext uri="{FF2B5EF4-FFF2-40B4-BE49-F238E27FC236}">
                  <a16:creationId xmlns:a16="http://schemas.microsoft.com/office/drawing/2014/main" id="{AC7F007A-37E2-65FD-C0E0-2056A6A124F5}"/>
                </a:ext>
              </a:extLst>
            </p:cNvPr>
            <p:cNvSpPr/>
            <p:nvPr/>
          </p:nvSpPr>
          <p:spPr>
            <a:xfrm>
              <a:off x="8075148" y="3256946"/>
              <a:ext cx="102095" cy="144000"/>
            </a:xfrm>
            <a:custGeom>
              <a:avLst/>
              <a:gdLst/>
              <a:ahLst/>
              <a:cxnLst/>
              <a:rect l="l" t="t" r="r" b="b"/>
              <a:pathLst>
                <a:path w="3886" h="5481" extrusionOk="0">
                  <a:moveTo>
                    <a:pt x="230" y="1"/>
                  </a:moveTo>
                  <a:cubicBezTo>
                    <a:pt x="105" y="1"/>
                    <a:pt x="1" y="105"/>
                    <a:pt x="1" y="230"/>
                  </a:cubicBezTo>
                  <a:lnTo>
                    <a:pt x="1" y="5252"/>
                  </a:lnTo>
                  <a:cubicBezTo>
                    <a:pt x="1" y="5376"/>
                    <a:pt x="105" y="5480"/>
                    <a:pt x="230" y="5480"/>
                  </a:cubicBezTo>
                  <a:lnTo>
                    <a:pt x="3656" y="5480"/>
                  </a:lnTo>
                  <a:cubicBezTo>
                    <a:pt x="3781" y="5480"/>
                    <a:pt x="3885" y="5376"/>
                    <a:pt x="3885" y="5252"/>
                  </a:cubicBezTo>
                  <a:lnTo>
                    <a:pt x="3885" y="230"/>
                  </a:lnTo>
                  <a:cubicBezTo>
                    <a:pt x="3885" y="105"/>
                    <a:pt x="3781" y="1"/>
                    <a:pt x="3656" y="1"/>
                  </a:cubicBezTo>
                  <a:close/>
                </a:path>
              </a:pathLst>
            </a:custGeom>
            <a:solidFill>
              <a:srgbClr val="909F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03;p89">
              <a:extLst>
                <a:ext uri="{FF2B5EF4-FFF2-40B4-BE49-F238E27FC236}">
                  <a16:creationId xmlns:a16="http://schemas.microsoft.com/office/drawing/2014/main" id="{2D4103FF-D23B-8686-FF09-256DB7D5A189}"/>
                </a:ext>
              </a:extLst>
            </p:cNvPr>
            <p:cNvSpPr/>
            <p:nvPr/>
          </p:nvSpPr>
          <p:spPr>
            <a:xfrm>
              <a:off x="8051292" y="3232906"/>
              <a:ext cx="12033" cy="335868"/>
            </a:xfrm>
            <a:custGeom>
              <a:avLst/>
              <a:gdLst/>
              <a:ahLst/>
              <a:cxnLst/>
              <a:rect l="l" t="t" r="r" b="b"/>
              <a:pathLst>
                <a:path w="458" h="12784" extrusionOk="0">
                  <a:moveTo>
                    <a:pt x="0" y="0"/>
                  </a:moveTo>
                  <a:lnTo>
                    <a:pt x="0" y="12784"/>
                  </a:lnTo>
                  <a:lnTo>
                    <a:pt x="458" y="12784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04;p89">
              <a:extLst>
                <a:ext uri="{FF2B5EF4-FFF2-40B4-BE49-F238E27FC236}">
                  <a16:creationId xmlns:a16="http://schemas.microsoft.com/office/drawing/2014/main" id="{B6C612CA-3759-A70D-F79A-AF268783108C}"/>
                </a:ext>
              </a:extLst>
            </p:cNvPr>
            <p:cNvSpPr/>
            <p:nvPr/>
          </p:nvSpPr>
          <p:spPr>
            <a:xfrm>
              <a:off x="8027411" y="3562915"/>
              <a:ext cx="59980" cy="23908"/>
            </a:xfrm>
            <a:custGeom>
              <a:avLst/>
              <a:gdLst/>
              <a:ahLst/>
              <a:cxnLst/>
              <a:rect l="l" t="t" r="r" b="b"/>
              <a:pathLst>
                <a:path w="2283" h="910" extrusionOk="0">
                  <a:moveTo>
                    <a:pt x="458" y="1"/>
                  </a:moveTo>
                  <a:cubicBezTo>
                    <a:pt x="202" y="1"/>
                    <a:pt x="1" y="202"/>
                    <a:pt x="1" y="459"/>
                  </a:cubicBezTo>
                  <a:lnTo>
                    <a:pt x="1" y="687"/>
                  </a:lnTo>
                  <a:cubicBezTo>
                    <a:pt x="1" y="812"/>
                    <a:pt x="98" y="909"/>
                    <a:pt x="229" y="909"/>
                  </a:cubicBezTo>
                  <a:lnTo>
                    <a:pt x="2047" y="909"/>
                  </a:lnTo>
                  <a:cubicBezTo>
                    <a:pt x="2051" y="910"/>
                    <a:pt x="2055" y="910"/>
                    <a:pt x="2059" y="910"/>
                  </a:cubicBezTo>
                  <a:cubicBezTo>
                    <a:pt x="2185" y="910"/>
                    <a:pt x="2283" y="808"/>
                    <a:pt x="2283" y="680"/>
                  </a:cubicBezTo>
                  <a:lnTo>
                    <a:pt x="2283" y="459"/>
                  </a:lnTo>
                  <a:cubicBezTo>
                    <a:pt x="2283" y="202"/>
                    <a:pt x="2075" y="1"/>
                    <a:pt x="1825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05;p89">
              <a:extLst>
                <a:ext uri="{FF2B5EF4-FFF2-40B4-BE49-F238E27FC236}">
                  <a16:creationId xmlns:a16="http://schemas.microsoft.com/office/drawing/2014/main" id="{DC6A2382-4DE4-BADD-E92E-20D008EE297F}"/>
                </a:ext>
              </a:extLst>
            </p:cNvPr>
            <p:cNvSpPr/>
            <p:nvPr/>
          </p:nvSpPr>
          <p:spPr>
            <a:xfrm>
              <a:off x="8045276" y="3215041"/>
              <a:ext cx="23882" cy="24092"/>
            </a:xfrm>
            <a:custGeom>
              <a:avLst/>
              <a:gdLst/>
              <a:ahLst/>
              <a:cxnLst/>
              <a:rect l="l" t="t" r="r" b="b"/>
              <a:pathLst>
                <a:path w="909" h="917" extrusionOk="0">
                  <a:moveTo>
                    <a:pt x="458" y="1"/>
                  </a:moveTo>
                  <a:cubicBezTo>
                    <a:pt x="201" y="1"/>
                    <a:pt x="0" y="202"/>
                    <a:pt x="0" y="458"/>
                  </a:cubicBezTo>
                  <a:cubicBezTo>
                    <a:pt x="0" y="708"/>
                    <a:pt x="201" y="916"/>
                    <a:pt x="458" y="916"/>
                  </a:cubicBezTo>
                  <a:cubicBezTo>
                    <a:pt x="708" y="916"/>
                    <a:pt x="909" y="708"/>
                    <a:pt x="909" y="458"/>
                  </a:cubicBezTo>
                  <a:cubicBezTo>
                    <a:pt x="909" y="202"/>
                    <a:pt x="708" y="1"/>
                    <a:pt x="458" y="1"/>
                  </a:cubicBezTo>
                  <a:close/>
                </a:path>
              </a:pathLst>
            </a:custGeom>
            <a:solidFill>
              <a:srgbClr val="9FB3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6;p89">
              <a:extLst>
                <a:ext uri="{FF2B5EF4-FFF2-40B4-BE49-F238E27FC236}">
                  <a16:creationId xmlns:a16="http://schemas.microsoft.com/office/drawing/2014/main" id="{80D8127D-65BA-D143-2F7E-7FA720C4093D}"/>
                </a:ext>
              </a:extLst>
            </p:cNvPr>
            <p:cNvSpPr/>
            <p:nvPr/>
          </p:nvSpPr>
          <p:spPr>
            <a:xfrm>
              <a:off x="8027227" y="3562915"/>
              <a:ext cx="30108" cy="23908"/>
            </a:xfrm>
            <a:custGeom>
              <a:avLst/>
              <a:gdLst/>
              <a:ahLst/>
              <a:cxnLst/>
              <a:rect l="l" t="t" r="r" b="b"/>
              <a:pathLst>
                <a:path w="1146" h="910" extrusionOk="0">
                  <a:moveTo>
                    <a:pt x="458" y="1"/>
                  </a:moveTo>
                  <a:cubicBezTo>
                    <a:pt x="209" y="1"/>
                    <a:pt x="1" y="202"/>
                    <a:pt x="1" y="459"/>
                  </a:cubicBezTo>
                  <a:lnTo>
                    <a:pt x="1" y="680"/>
                  </a:lnTo>
                  <a:cubicBezTo>
                    <a:pt x="1" y="812"/>
                    <a:pt x="105" y="909"/>
                    <a:pt x="230" y="909"/>
                  </a:cubicBezTo>
                  <a:lnTo>
                    <a:pt x="916" y="909"/>
                  </a:lnTo>
                  <a:cubicBezTo>
                    <a:pt x="791" y="909"/>
                    <a:pt x="687" y="812"/>
                    <a:pt x="687" y="680"/>
                  </a:cubicBezTo>
                  <a:lnTo>
                    <a:pt x="687" y="459"/>
                  </a:lnTo>
                  <a:cubicBezTo>
                    <a:pt x="687" y="202"/>
                    <a:pt x="888" y="1"/>
                    <a:pt x="1145" y="1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07;p89">
              <a:extLst>
                <a:ext uri="{FF2B5EF4-FFF2-40B4-BE49-F238E27FC236}">
                  <a16:creationId xmlns:a16="http://schemas.microsoft.com/office/drawing/2014/main" id="{4E2A5BB1-1124-DDD9-FFF3-7CE6444BB5DB}"/>
                </a:ext>
              </a:extLst>
            </p:cNvPr>
            <p:cNvSpPr/>
            <p:nvPr/>
          </p:nvSpPr>
          <p:spPr>
            <a:xfrm>
              <a:off x="8043095" y="3216144"/>
              <a:ext cx="25169" cy="22778"/>
            </a:xfrm>
            <a:custGeom>
              <a:avLst/>
              <a:gdLst/>
              <a:ahLst/>
              <a:cxnLst/>
              <a:rect l="l" t="t" r="r" b="b"/>
              <a:pathLst>
                <a:path w="958" h="867" extrusionOk="0">
                  <a:moveTo>
                    <a:pt x="354" y="0"/>
                  </a:moveTo>
                  <a:cubicBezTo>
                    <a:pt x="63" y="132"/>
                    <a:pt x="0" y="507"/>
                    <a:pt x="222" y="735"/>
                  </a:cubicBezTo>
                  <a:cubicBezTo>
                    <a:pt x="311" y="825"/>
                    <a:pt x="426" y="867"/>
                    <a:pt x="541" y="867"/>
                  </a:cubicBezTo>
                  <a:cubicBezTo>
                    <a:pt x="710" y="867"/>
                    <a:pt x="878" y="774"/>
                    <a:pt x="957" y="604"/>
                  </a:cubicBezTo>
                  <a:lnTo>
                    <a:pt x="957" y="604"/>
                  </a:lnTo>
                  <a:cubicBezTo>
                    <a:pt x="895" y="631"/>
                    <a:pt x="832" y="645"/>
                    <a:pt x="770" y="645"/>
                  </a:cubicBezTo>
                  <a:cubicBezTo>
                    <a:pt x="437" y="645"/>
                    <a:pt x="215" y="298"/>
                    <a:pt x="354" y="0"/>
                  </a:cubicBezTo>
                  <a:close/>
                </a:path>
              </a:pathLst>
            </a:custGeom>
            <a:solidFill>
              <a:srgbClr val="7F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6929;p89">
            <a:extLst>
              <a:ext uri="{FF2B5EF4-FFF2-40B4-BE49-F238E27FC236}">
                <a16:creationId xmlns:a16="http://schemas.microsoft.com/office/drawing/2014/main" id="{267B087E-8FA4-5ECC-DFBD-6188DBA61661}"/>
              </a:ext>
            </a:extLst>
          </p:cNvPr>
          <p:cNvGrpSpPr/>
          <p:nvPr/>
        </p:nvGrpSpPr>
        <p:grpSpPr>
          <a:xfrm>
            <a:off x="5005680" y="188557"/>
            <a:ext cx="402757" cy="372728"/>
            <a:chOff x="7402362" y="3681535"/>
            <a:chExt cx="402757" cy="372728"/>
          </a:xfrm>
        </p:grpSpPr>
        <p:sp>
          <p:nvSpPr>
            <p:cNvPr id="36" name="Google Shape;6930;p89">
              <a:extLst>
                <a:ext uri="{FF2B5EF4-FFF2-40B4-BE49-F238E27FC236}">
                  <a16:creationId xmlns:a16="http://schemas.microsoft.com/office/drawing/2014/main" id="{D250721E-E12C-5C98-A049-51F998A42455}"/>
                </a:ext>
              </a:extLst>
            </p:cNvPr>
            <p:cNvSpPr/>
            <p:nvPr/>
          </p:nvSpPr>
          <p:spPr>
            <a:xfrm>
              <a:off x="7471248" y="3681535"/>
              <a:ext cx="333871" cy="303763"/>
            </a:xfrm>
            <a:custGeom>
              <a:avLst/>
              <a:gdLst/>
              <a:ahLst/>
              <a:cxnLst/>
              <a:rect l="l" t="t" r="r" b="b"/>
              <a:pathLst>
                <a:path w="12708" h="11562" extrusionOk="0">
                  <a:moveTo>
                    <a:pt x="6341" y="0"/>
                  </a:moveTo>
                  <a:cubicBezTo>
                    <a:pt x="4868" y="0"/>
                    <a:pt x="3393" y="562"/>
                    <a:pt x="2268" y="1687"/>
                  </a:cubicBezTo>
                  <a:cubicBezTo>
                    <a:pt x="0" y="3955"/>
                    <a:pt x="21" y="7624"/>
                    <a:pt x="2296" y="9871"/>
                  </a:cubicBezTo>
                  <a:cubicBezTo>
                    <a:pt x="2407" y="9982"/>
                    <a:pt x="2518" y="10086"/>
                    <a:pt x="2636" y="10184"/>
                  </a:cubicBezTo>
                  <a:cubicBezTo>
                    <a:pt x="3718" y="11105"/>
                    <a:pt x="5049" y="11561"/>
                    <a:pt x="6375" y="11561"/>
                  </a:cubicBezTo>
                  <a:cubicBezTo>
                    <a:pt x="7854" y="11561"/>
                    <a:pt x="9327" y="10994"/>
                    <a:pt x="10446" y="9871"/>
                  </a:cubicBezTo>
                  <a:cubicBezTo>
                    <a:pt x="12576" y="7749"/>
                    <a:pt x="12707" y="4343"/>
                    <a:pt x="10758" y="2061"/>
                  </a:cubicBezTo>
                  <a:cubicBezTo>
                    <a:pt x="10661" y="1943"/>
                    <a:pt x="10557" y="1832"/>
                    <a:pt x="10446" y="1721"/>
                  </a:cubicBezTo>
                  <a:cubicBezTo>
                    <a:pt x="9320" y="574"/>
                    <a:pt x="7831" y="0"/>
                    <a:pt x="6341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931;p89">
              <a:extLst>
                <a:ext uri="{FF2B5EF4-FFF2-40B4-BE49-F238E27FC236}">
                  <a16:creationId xmlns:a16="http://schemas.microsoft.com/office/drawing/2014/main" id="{F0F11FF1-20DE-F1FA-5418-2A4486BABA01}"/>
                </a:ext>
              </a:extLst>
            </p:cNvPr>
            <p:cNvSpPr/>
            <p:nvPr/>
          </p:nvSpPr>
          <p:spPr>
            <a:xfrm>
              <a:off x="7540502" y="3735683"/>
              <a:ext cx="236741" cy="236558"/>
            </a:xfrm>
            <a:custGeom>
              <a:avLst/>
              <a:gdLst/>
              <a:ahLst/>
              <a:cxnLst/>
              <a:rect l="l" t="t" r="r" b="b"/>
              <a:pathLst>
                <a:path w="9011" h="9004" extrusionOk="0">
                  <a:moveTo>
                    <a:pt x="8122" y="0"/>
                  </a:moveTo>
                  <a:lnTo>
                    <a:pt x="0" y="8123"/>
                  </a:lnTo>
                  <a:cubicBezTo>
                    <a:pt x="423" y="8483"/>
                    <a:pt x="895" y="8781"/>
                    <a:pt x="1401" y="9003"/>
                  </a:cubicBezTo>
                  <a:lnTo>
                    <a:pt x="9010" y="1401"/>
                  </a:lnTo>
                  <a:cubicBezTo>
                    <a:pt x="8781" y="888"/>
                    <a:pt x="8483" y="416"/>
                    <a:pt x="8122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932;p89">
              <a:extLst>
                <a:ext uri="{FF2B5EF4-FFF2-40B4-BE49-F238E27FC236}">
                  <a16:creationId xmlns:a16="http://schemas.microsoft.com/office/drawing/2014/main" id="{D518C93E-FF26-A2CE-F147-C4FEC0FB914B}"/>
                </a:ext>
              </a:extLst>
            </p:cNvPr>
            <p:cNvSpPr/>
            <p:nvPr/>
          </p:nvSpPr>
          <p:spPr>
            <a:xfrm>
              <a:off x="7472693" y="3728274"/>
              <a:ext cx="283585" cy="256998"/>
            </a:xfrm>
            <a:custGeom>
              <a:avLst/>
              <a:gdLst/>
              <a:ahLst/>
              <a:cxnLst/>
              <a:rect l="l" t="t" r="r" b="b"/>
              <a:pathLst>
                <a:path w="10794" h="9782" extrusionOk="0">
                  <a:moveTo>
                    <a:pt x="9427" y="8869"/>
                  </a:moveTo>
                  <a:cubicBezTo>
                    <a:pt x="9426" y="8870"/>
                    <a:pt x="9424" y="8871"/>
                    <a:pt x="9423" y="8872"/>
                  </a:cubicBezTo>
                  <a:lnTo>
                    <a:pt x="9423" y="8872"/>
                  </a:lnTo>
                  <a:cubicBezTo>
                    <a:pt x="9422" y="8873"/>
                    <a:pt x="9421" y="8875"/>
                    <a:pt x="9420" y="8876"/>
                  </a:cubicBezTo>
                  <a:lnTo>
                    <a:pt x="9427" y="8869"/>
                  </a:lnTo>
                  <a:close/>
                  <a:moveTo>
                    <a:pt x="4560" y="0"/>
                  </a:moveTo>
                  <a:cubicBezTo>
                    <a:pt x="3489" y="0"/>
                    <a:pt x="2412" y="298"/>
                    <a:pt x="1457" y="907"/>
                  </a:cubicBezTo>
                  <a:cubicBezTo>
                    <a:pt x="1" y="3189"/>
                    <a:pt x="327" y="6178"/>
                    <a:pt x="2241" y="8092"/>
                  </a:cubicBezTo>
                  <a:cubicBezTo>
                    <a:pt x="2352" y="8203"/>
                    <a:pt x="2463" y="8307"/>
                    <a:pt x="2574" y="8405"/>
                  </a:cubicBezTo>
                  <a:cubicBezTo>
                    <a:pt x="3647" y="9316"/>
                    <a:pt x="4980" y="9782"/>
                    <a:pt x="6320" y="9782"/>
                  </a:cubicBezTo>
                  <a:cubicBezTo>
                    <a:pt x="7394" y="9782"/>
                    <a:pt x="8472" y="9482"/>
                    <a:pt x="9423" y="8872"/>
                  </a:cubicBezTo>
                  <a:lnTo>
                    <a:pt x="9423" y="8872"/>
                  </a:lnTo>
                  <a:cubicBezTo>
                    <a:pt x="10793" y="6736"/>
                    <a:pt x="10605" y="3957"/>
                    <a:pt x="8955" y="2023"/>
                  </a:cubicBezTo>
                  <a:cubicBezTo>
                    <a:pt x="8858" y="1912"/>
                    <a:pt x="8754" y="1794"/>
                    <a:pt x="8643" y="1690"/>
                  </a:cubicBezTo>
                  <a:cubicBezTo>
                    <a:pt x="7529" y="576"/>
                    <a:pt x="6051" y="0"/>
                    <a:pt x="4560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933;p89">
              <a:extLst>
                <a:ext uri="{FF2B5EF4-FFF2-40B4-BE49-F238E27FC236}">
                  <a16:creationId xmlns:a16="http://schemas.microsoft.com/office/drawing/2014/main" id="{BF15B437-5F89-2630-D91E-5D697F747F80}"/>
                </a:ext>
              </a:extLst>
            </p:cNvPr>
            <p:cNvSpPr/>
            <p:nvPr/>
          </p:nvSpPr>
          <p:spPr>
            <a:xfrm>
              <a:off x="7508791" y="3711985"/>
              <a:ext cx="251691" cy="243572"/>
            </a:xfrm>
            <a:custGeom>
              <a:avLst/>
              <a:gdLst/>
              <a:ahLst/>
              <a:cxnLst/>
              <a:rect l="l" t="t" r="r" b="b"/>
              <a:pathLst>
                <a:path w="9580" h="9271" extrusionOk="0">
                  <a:moveTo>
                    <a:pt x="4946" y="1"/>
                  </a:moveTo>
                  <a:cubicBezTo>
                    <a:pt x="4842" y="1"/>
                    <a:pt x="4738" y="7"/>
                    <a:pt x="4641" y="14"/>
                  </a:cubicBezTo>
                  <a:cubicBezTo>
                    <a:pt x="2906" y="125"/>
                    <a:pt x="1381" y="1201"/>
                    <a:pt x="694" y="2796"/>
                  </a:cubicBezTo>
                  <a:cubicBezTo>
                    <a:pt x="0" y="4384"/>
                    <a:pt x="257" y="6229"/>
                    <a:pt x="1360" y="7575"/>
                  </a:cubicBezTo>
                  <a:cubicBezTo>
                    <a:pt x="1561" y="7818"/>
                    <a:pt x="1790" y="8047"/>
                    <a:pt x="2039" y="8248"/>
                  </a:cubicBezTo>
                  <a:cubicBezTo>
                    <a:pt x="2878" y="8922"/>
                    <a:pt x="3906" y="9270"/>
                    <a:pt x="4943" y="9270"/>
                  </a:cubicBezTo>
                  <a:cubicBezTo>
                    <a:pt x="5623" y="9270"/>
                    <a:pt x="6306" y="9121"/>
                    <a:pt x="6943" y="8816"/>
                  </a:cubicBezTo>
                  <a:cubicBezTo>
                    <a:pt x="8553" y="8047"/>
                    <a:pt x="9579" y="6417"/>
                    <a:pt x="9579" y="4634"/>
                  </a:cubicBezTo>
                  <a:cubicBezTo>
                    <a:pt x="9579" y="3247"/>
                    <a:pt x="8955" y="1936"/>
                    <a:pt x="7880" y="1055"/>
                  </a:cubicBezTo>
                  <a:cubicBezTo>
                    <a:pt x="7741" y="937"/>
                    <a:pt x="7595" y="833"/>
                    <a:pt x="7443" y="736"/>
                  </a:cubicBezTo>
                  <a:cubicBezTo>
                    <a:pt x="6694" y="257"/>
                    <a:pt x="5827" y="1"/>
                    <a:pt x="4946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934;p89">
              <a:extLst>
                <a:ext uri="{FF2B5EF4-FFF2-40B4-BE49-F238E27FC236}">
                  <a16:creationId xmlns:a16="http://schemas.microsoft.com/office/drawing/2014/main" id="{F836215E-65B1-96D0-62CB-EE2401CBE187}"/>
                </a:ext>
              </a:extLst>
            </p:cNvPr>
            <p:cNvSpPr/>
            <p:nvPr/>
          </p:nvSpPr>
          <p:spPr>
            <a:xfrm>
              <a:off x="7496575" y="3728248"/>
              <a:ext cx="251323" cy="227310"/>
            </a:xfrm>
            <a:custGeom>
              <a:avLst/>
              <a:gdLst/>
              <a:ahLst/>
              <a:cxnLst/>
              <a:rect l="l" t="t" r="r" b="b"/>
              <a:pathLst>
                <a:path w="9566" h="8652" extrusionOk="0">
                  <a:moveTo>
                    <a:pt x="3663" y="0"/>
                  </a:moveTo>
                  <a:cubicBezTo>
                    <a:pt x="3458" y="0"/>
                    <a:pt x="3252" y="11"/>
                    <a:pt x="3045" y="34"/>
                  </a:cubicBezTo>
                  <a:cubicBezTo>
                    <a:pt x="444" y="1580"/>
                    <a:pt x="0" y="5159"/>
                    <a:pt x="2137" y="7296"/>
                  </a:cubicBezTo>
                  <a:cubicBezTo>
                    <a:pt x="3053" y="8211"/>
                    <a:pt x="4232" y="8652"/>
                    <a:pt x="5403" y="8652"/>
                  </a:cubicBezTo>
                  <a:cubicBezTo>
                    <a:pt x="6963" y="8652"/>
                    <a:pt x="8508" y="7869"/>
                    <a:pt x="9392" y="6387"/>
                  </a:cubicBezTo>
                  <a:cubicBezTo>
                    <a:pt x="9565" y="4813"/>
                    <a:pt x="9080" y="3231"/>
                    <a:pt x="8053" y="2024"/>
                  </a:cubicBezTo>
                  <a:cubicBezTo>
                    <a:pt x="7949" y="1913"/>
                    <a:pt x="7845" y="1795"/>
                    <a:pt x="7741" y="1691"/>
                  </a:cubicBezTo>
                  <a:cubicBezTo>
                    <a:pt x="6653" y="603"/>
                    <a:pt x="5183" y="0"/>
                    <a:pt x="3663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935;p89">
              <a:extLst>
                <a:ext uri="{FF2B5EF4-FFF2-40B4-BE49-F238E27FC236}">
                  <a16:creationId xmlns:a16="http://schemas.microsoft.com/office/drawing/2014/main" id="{DDEFA98B-7E45-25B2-CC1D-08C79E10C831}"/>
                </a:ext>
              </a:extLst>
            </p:cNvPr>
            <p:cNvSpPr/>
            <p:nvPr/>
          </p:nvSpPr>
          <p:spPr>
            <a:xfrm>
              <a:off x="7511524" y="3731296"/>
              <a:ext cx="221976" cy="232564"/>
            </a:xfrm>
            <a:custGeom>
              <a:avLst/>
              <a:gdLst/>
              <a:ahLst/>
              <a:cxnLst/>
              <a:rect l="l" t="t" r="r" b="b"/>
              <a:pathLst>
                <a:path w="8449" h="8852" extrusionOk="0">
                  <a:moveTo>
                    <a:pt x="7339" y="1"/>
                  </a:moveTo>
                  <a:lnTo>
                    <a:pt x="0" y="7339"/>
                  </a:lnTo>
                  <a:cubicBezTo>
                    <a:pt x="139" y="7866"/>
                    <a:pt x="340" y="8373"/>
                    <a:pt x="597" y="8851"/>
                  </a:cubicBezTo>
                  <a:lnTo>
                    <a:pt x="1935" y="7513"/>
                  </a:lnTo>
                  <a:lnTo>
                    <a:pt x="8449" y="1000"/>
                  </a:lnTo>
                  <a:cubicBezTo>
                    <a:pt x="8247" y="750"/>
                    <a:pt x="8025" y="521"/>
                    <a:pt x="7776" y="320"/>
                  </a:cubicBezTo>
                  <a:cubicBezTo>
                    <a:pt x="7637" y="202"/>
                    <a:pt x="7491" y="98"/>
                    <a:pt x="7339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936;p89">
              <a:extLst>
                <a:ext uri="{FF2B5EF4-FFF2-40B4-BE49-F238E27FC236}">
                  <a16:creationId xmlns:a16="http://schemas.microsoft.com/office/drawing/2014/main" id="{9790A2E6-5C4E-D34F-4B89-818BC0AFD5FC}"/>
                </a:ext>
              </a:extLst>
            </p:cNvPr>
            <p:cNvSpPr/>
            <p:nvPr/>
          </p:nvSpPr>
          <p:spPr>
            <a:xfrm>
              <a:off x="7519721" y="3712169"/>
              <a:ext cx="144157" cy="136696"/>
            </a:xfrm>
            <a:custGeom>
              <a:avLst/>
              <a:gdLst/>
              <a:ahLst/>
              <a:cxnLst/>
              <a:rect l="l" t="t" r="r" b="b"/>
              <a:pathLst>
                <a:path w="5487" h="5203" extrusionOk="0">
                  <a:moveTo>
                    <a:pt x="4530" y="0"/>
                  </a:moveTo>
                  <a:cubicBezTo>
                    <a:pt x="4426" y="0"/>
                    <a:pt x="4322" y="7"/>
                    <a:pt x="4225" y="14"/>
                  </a:cubicBezTo>
                  <a:lnTo>
                    <a:pt x="0" y="4232"/>
                  </a:lnTo>
                  <a:cubicBezTo>
                    <a:pt x="91" y="4571"/>
                    <a:pt x="215" y="4897"/>
                    <a:pt x="382" y="5203"/>
                  </a:cubicBezTo>
                  <a:lnTo>
                    <a:pt x="5487" y="98"/>
                  </a:lnTo>
                  <a:cubicBezTo>
                    <a:pt x="5175" y="35"/>
                    <a:pt x="4849" y="0"/>
                    <a:pt x="4530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37;p89">
              <a:extLst>
                <a:ext uri="{FF2B5EF4-FFF2-40B4-BE49-F238E27FC236}">
                  <a16:creationId xmlns:a16="http://schemas.microsoft.com/office/drawing/2014/main" id="{C90B0D7E-4A2A-0477-A3DE-4E9B55E2BD36}"/>
                </a:ext>
              </a:extLst>
            </p:cNvPr>
            <p:cNvSpPr/>
            <p:nvPr/>
          </p:nvSpPr>
          <p:spPr>
            <a:xfrm>
              <a:off x="7502039" y="3706442"/>
              <a:ext cx="276466" cy="254686"/>
            </a:xfrm>
            <a:custGeom>
              <a:avLst/>
              <a:gdLst/>
              <a:ahLst/>
              <a:cxnLst/>
              <a:rect l="l" t="t" r="r" b="b"/>
              <a:pathLst>
                <a:path w="10523" h="9694" extrusionOk="0">
                  <a:moveTo>
                    <a:pt x="5203" y="434"/>
                  </a:moveTo>
                  <a:cubicBezTo>
                    <a:pt x="6375" y="434"/>
                    <a:pt x="7492" y="898"/>
                    <a:pt x="8324" y="1724"/>
                  </a:cubicBezTo>
                  <a:cubicBezTo>
                    <a:pt x="9808" y="3215"/>
                    <a:pt x="10044" y="5545"/>
                    <a:pt x="8872" y="7300"/>
                  </a:cubicBezTo>
                  <a:cubicBezTo>
                    <a:pt x="8035" y="8555"/>
                    <a:pt x="6642" y="9259"/>
                    <a:pt x="5203" y="9259"/>
                  </a:cubicBezTo>
                  <a:cubicBezTo>
                    <a:pt x="4638" y="9259"/>
                    <a:pt x="4065" y="9150"/>
                    <a:pt x="3517" y="8923"/>
                  </a:cubicBezTo>
                  <a:cubicBezTo>
                    <a:pt x="1568" y="8119"/>
                    <a:pt x="465" y="6052"/>
                    <a:pt x="875" y="3992"/>
                  </a:cubicBezTo>
                  <a:cubicBezTo>
                    <a:pt x="1284" y="1925"/>
                    <a:pt x="3094" y="434"/>
                    <a:pt x="5203" y="434"/>
                  </a:cubicBezTo>
                  <a:close/>
                  <a:moveTo>
                    <a:pt x="5207" y="0"/>
                  </a:moveTo>
                  <a:cubicBezTo>
                    <a:pt x="4584" y="0"/>
                    <a:pt x="3954" y="120"/>
                    <a:pt x="3351" y="371"/>
                  </a:cubicBezTo>
                  <a:cubicBezTo>
                    <a:pt x="1214" y="1252"/>
                    <a:pt x="1" y="3520"/>
                    <a:pt x="451" y="5788"/>
                  </a:cubicBezTo>
                  <a:cubicBezTo>
                    <a:pt x="895" y="8056"/>
                    <a:pt x="2886" y="9693"/>
                    <a:pt x="5203" y="9693"/>
                  </a:cubicBezTo>
                  <a:cubicBezTo>
                    <a:pt x="5211" y="9693"/>
                    <a:pt x="5220" y="9693"/>
                    <a:pt x="5228" y="9693"/>
                  </a:cubicBezTo>
                  <a:cubicBezTo>
                    <a:pt x="6502" y="9693"/>
                    <a:pt x="7727" y="9181"/>
                    <a:pt x="8629" y="8278"/>
                  </a:cubicBezTo>
                  <a:cubicBezTo>
                    <a:pt x="10266" y="6641"/>
                    <a:pt x="10523" y="4082"/>
                    <a:pt x="9240" y="2154"/>
                  </a:cubicBezTo>
                  <a:cubicBezTo>
                    <a:pt x="8319" y="775"/>
                    <a:pt x="6788" y="0"/>
                    <a:pt x="5207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38;p89">
              <a:extLst>
                <a:ext uri="{FF2B5EF4-FFF2-40B4-BE49-F238E27FC236}">
                  <a16:creationId xmlns:a16="http://schemas.microsoft.com/office/drawing/2014/main" id="{77266605-BBD1-EB9D-F0E9-A8FD69BD8F03}"/>
                </a:ext>
              </a:extLst>
            </p:cNvPr>
            <p:cNvSpPr/>
            <p:nvPr/>
          </p:nvSpPr>
          <p:spPr>
            <a:xfrm>
              <a:off x="7402362" y="3750580"/>
              <a:ext cx="333871" cy="303684"/>
            </a:xfrm>
            <a:custGeom>
              <a:avLst/>
              <a:gdLst/>
              <a:ahLst/>
              <a:cxnLst/>
              <a:rect l="l" t="t" r="r" b="b"/>
              <a:pathLst>
                <a:path w="12708" h="11559" extrusionOk="0">
                  <a:moveTo>
                    <a:pt x="6339" y="0"/>
                  </a:moveTo>
                  <a:cubicBezTo>
                    <a:pt x="4863" y="0"/>
                    <a:pt x="3387" y="562"/>
                    <a:pt x="2262" y="1688"/>
                  </a:cubicBezTo>
                  <a:cubicBezTo>
                    <a:pt x="0" y="3949"/>
                    <a:pt x="14" y="7625"/>
                    <a:pt x="2296" y="9865"/>
                  </a:cubicBezTo>
                  <a:cubicBezTo>
                    <a:pt x="2407" y="9976"/>
                    <a:pt x="2518" y="10080"/>
                    <a:pt x="2629" y="10177"/>
                  </a:cubicBezTo>
                  <a:cubicBezTo>
                    <a:pt x="3711" y="11101"/>
                    <a:pt x="5041" y="11558"/>
                    <a:pt x="6368" y="11558"/>
                  </a:cubicBezTo>
                  <a:cubicBezTo>
                    <a:pt x="7850" y="11558"/>
                    <a:pt x="9327" y="10989"/>
                    <a:pt x="10446" y="9865"/>
                  </a:cubicBezTo>
                  <a:lnTo>
                    <a:pt x="10446" y="9872"/>
                  </a:lnTo>
                  <a:cubicBezTo>
                    <a:pt x="12569" y="7743"/>
                    <a:pt x="12708" y="4344"/>
                    <a:pt x="10758" y="2055"/>
                  </a:cubicBezTo>
                  <a:cubicBezTo>
                    <a:pt x="10654" y="1937"/>
                    <a:pt x="10557" y="1826"/>
                    <a:pt x="10446" y="1715"/>
                  </a:cubicBezTo>
                  <a:cubicBezTo>
                    <a:pt x="9318" y="573"/>
                    <a:pt x="7828" y="0"/>
                    <a:pt x="6339" y="0"/>
                  </a:cubicBezTo>
                  <a:close/>
                </a:path>
              </a:pathLst>
            </a:custGeom>
            <a:solidFill>
              <a:srgbClr val="8A9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39;p89">
              <a:extLst>
                <a:ext uri="{FF2B5EF4-FFF2-40B4-BE49-F238E27FC236}">
                  <a16:creationId xmlns:a16="http://schemas.microsoft.com/office/drawing/2014/main" id="{7D2A982E-6341-115D-83DA-C2B0A77BC526}"/>
                </a:ext>
              </a:extLst>
            </p:cNvPr>
            <p:cNvSpPr/>
            <p:nvPr/>
          </p:nvSpPr>
          <p:spPr>
            <a:xfrm>
              <a:off x="7471432" y="3804570"/>
              <a:ext cx="236741" cy="236741"/>
            </a:xfrm>
            <a:custGeom>
              <a:avLst/>
              <a:gdLst/>
              <a:ahLst/>
              <a:cxnLst/>
              <a:rect l="l" t="t" r="r" b="b"/>
              <a:pathLst>
                <a:path w="9011" h="9011" extrusionOk="0">
                  <a:moveTo>
                    <a:pt x="8129" y="0"/>
                  </a:moveTo>
                  <a:lnTo>
                    <a:pt x="0" y="8122"/>
                  </a:lnTo>
                  <a:cubicBezTo>
                    <a:pt x="423" y="8483"/>
                    <a:pt x="895" y="8781"/>
                    <a:pt x="1408" y="9010"/>
                  </a:cubicBezTo>
                  <a:lnTo>
                    <a:pt x="9010" y="1401"/>
                  </a:lnTo>
                  <a:cubicBezTo>
                    <a:pt x="8788" y="895"/>
                    <a:pt x="8490" y="423"/>
                    <a:pt x="8129" y="0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40;p89">
              <a:extLst>
                <a:ext uri="{FF2B5EF4-FFF2-40B4-BE49-F238E27FC236}">
                  <a16:creationId xmlns:a16="http://schemas.microsoft.com/office/drawing/2014/main" id="{F7CA5914-67C4-D66D-ACD6-3223D780878B}"/>
                </a:ext>
              </a:extLst>
            </p:cNvPr>
            <p:cNvSpPr/>
            <p:nvPr/>
          </p:nvSpPr>
          <p:spPr>
            <a:xfrm>
              <a:off x="7435334" y="3781029"/>
              <a:ext cx="256078" cy="243520"/>
            </a:xfrm>
            <a:custGeom>
              <a:avLst/>
              <a:gdLst/>
              <a:ahLst/>
              <a:cxnLst/>
              <a:rect l="l" t="t" r="r" b="b"/>
              <a:pathLst>
                <a:path w="9747" h="9269" extrusionOk="0">
                  <a:moveTo>
                    <a:pt x="5117" y="0"/>
                  </a:moveTo>
                  <a:cubicBezTo>
                    <a:pt x="4109" y="0"/>
                    <a:pt x="3101" y="328"/>
                    <a:pt x="2262" y="986"/>
                  </a:cubicBezTo>
                  <a:cubicBezTo>
                    <a:pt x="556" y="2318"/>
                    <a:pt x="1" y="4656"/>
                    <a:pt x="930" y="6618"/>
                  </a:cubicBezTo>
                  <a:cubicBezTo>
                    <a:pt x="1705" y="8262"/>
                    <a:pt x="3357" y="9269"/>
                    <a:pt x="5120" y="9269"/>
                  </a:cubicBezTo>
                  <a:cubicBezTo>
                    <a:pt x="5455" y="9269"/>
                    <a:pt x="5795" y="9232"/>
                    <a:pt x="6133" y="9157"/>
                  </a:cubicBezTo>
                  <a:cubicBezTo>
                    <a:pt x="8248" y="8679"/>
                    <a:pt x="9746" y="6799"/>
                    <a:pt x="9746" y="4635"/>
                  </a:cubicBezTo>
                  <a:cubicBezTo>
                    <a:pt x="9746" y="3247"/>
                    <a:pt x="9122" y="1930"/>
                    <a:pt x="8054" y="1049"/>
                  </a:cubicBezTo>
                  <a:cubicBezTo>
                    <a:pt x="7201" y="351"/>
                    <a:pt x="6159" y="0"/>
                    <a:pt x="5117" y="0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1;p89">
              <a:extLst>
                <a:ext uri="{FF2B5EF4-FFF2-40B4-BE49-F238E27FC236}">
                  <a16:creationId xmlns:a16="http://schemas.microsoft.com/office/drawing/2014/main" id="{372B725E-ED76-B28E-1E9C-A32EB71A32CF}"/>
                </a:ext>
              </a:extLst>
            </p:cNvPr>
            <p:cNvSpPr/>
            <p:nvPr/>
          </p:nvSpPr>
          <p:spPr>
            <a:xfrm>
              <a:off x="7435701" y="3780924"/>
              <a:ext cx="211231" cy="198962"/>
            </a:xfrm>
            <a:custGeom>
              <a:avLst/>
              <a:gdLst/>
              <a:ahLst/>
              <a:cxnLst/>
              <a:rect l="l" t="t" r="r" b="b"/>
              <a:pathLst>
                <a:path w="8040" h="7573" extrusionOk="0">
                  <a:moveTo>
                    <a:pt x="5097" y="1"/>
                  </a:moveTo>
                  <a:cubicBezTo>
                    <a:pt x="3906" y="1"/>
                    <a:pt x="2718" y="458"/>
                    <a:pt x="1818" y="1358"/>
                  </a:cubicBezTo>
                  <a:cubicBezTo>
                    <a:pt x="133" y="3043"/>
                    <a:pt x="1" y="5735"/>
                    <a:pt x="1520" y="7573"/>
                  </a:cubicBezTo>
                  <a:lnTo>
                    <a:pt x="1520" y="7573"/>
                  </a:lnTo>
                  <a:lnTo>
                    <a:pt x="8040" y="1053"/>
                  </a:lnTo>
                  <a:cubicBezTo>
                    <a:pt x="7180" y="348"/>
                    <a:pt x="6137" y="1"/>
                    <a:pt x="5097" y="1"/>
                  </a:cubicBezTo>
                  <a:close/>
                </a:path>
              </a:pathLst>
            </a:custGeom>
            <a:solidFill>
              <a:srgbClr val="A2B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42;p89">
              <a:extLst>
                <a:ext uri="{FF2B5EF4-FFF2-40B4-BE49-F238E27FC236}">
                  <a16:creationId xmlns:a16="http://schemas.microsoft.com/office/drawing/2014/main" id="{DE2E2666-AE48-8A37-D79A-2D7D32AC648D}"/>
                </a:ext>
              </a:extLst>
            </p:cNvPr>
            <p:cNvSpPr/>
            <p:nvPr/>
          </p:nvSpPr>
          <p:spPr>
            <a:xfrm>
              <a:off x="7452122" y="3785417"/>
              <a:ext cx="174949" cy="174791"/>
            </a:xfrm>
            <a:custGeom>
              <a:avLst/>
              <a:gdLst/>
              <a:ahLst/>
              <a:cxnLst/>
              <a:rect l="l" t="t" r="r" b="b"/>
              <a:pathLst>
                <a:path w="6659" h="6653" extrusionOk="0">
                  <a:moveTo>
                    <a:pt x="5688" y="1"/>
                  </a:moveTo>
                  <a:lnTo>
                    <a:pt x="0" y="5682"/>
                  </a:lnTo>
                  <a:cubicBezTo>
                    <a:pt x="97" y="6014"/>
                    <a:pt x="222" y="6340"/>
                    <a:pt x="388" y="6653"/>
                  </a:cubicBezTo>
                  <a:lnTo>
                    <a:pt x="6659" y="382"/>
                  </a:lnTo>
                  <a:cubicBezTo>
                    <a:pt x="6354" y="216"/>
                    <a:pt x="6028" y="91"/>
                    <a:pt x="5688" y="1"/>
                  </a:cubicBezTo>
                  <a:close/>
                </a:path>
              </a:pathLst>
            </a:custGeom>
            <a:solidFill>
              <a:srgbClr val="BA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43;p89">
              <a:extLst>
                <a:ext uri="{FF2B5EF4-FFF2-40B4-BE49-F238E27FC236}">
                  <a16:creationId xmlns:a16="http://schemas.microsoft.com/office/drawing/2014/main" id="{D24C029A-06B7-2248-52A7-1F92511B25E8}"/>
                </a:ext>
              </a:extLst>
            </p:cNvPr>
            <p:cNvSpPr/>
            <p:nvPr/>
          </p:nvSpPr>
          <p:spPr>
            <a:xfrm>
              <a:off x="7432969" y="3775407"/>
              <a:ext cx="276466" cy="254791"/>
            </a:xfrm>
            <a:custGeom>
              <a:avLst/>
              <a:gdLst/>
              <a:ahLst/>
              <a:cxnLst/>
              <a:rect l="l" t="t" r="r" b="b"/>
              <a:pathLst>
                <a:path w="10523" h="9698" extrusionOk="0">
                  <a:moveTo>
                    <a:pt x="5229" y="437"/>
                  </a:moveTo>
                  <a:cubicBezTo>
                    <a:pt x="6392" y="437"/>
                    <a:pt x="7505" y="901"/>
                    <a:pt x="8324" y="1727"/>
                  </a:cubicBezTo>
                  <a:cubicBezTo>
                    <a:pt x="9815" y="3212"/>
                    <a:pt x="10044" y="5549"/>
                    <a:pt x="8879" y="7297"/>
                  </a:cubicBezTo>
                  <a:cubicBezTo>
                    <a:pt x="8036" y="8554"/>
                    <a:pt x="6642" y="9262"/>
                    <a:pt x="5203" y="9262"/>
                  </a:cubicBezTo>
                  <a:cubicBezTo>
                    <a:pt x="4640" y="9262"/>
                    <a:pt x="4070" y="9153"/>
                    <a:pt x="3524" y="8927"/>
                  </a:cubicBezTo>
                  <a:cubicBezTo>
                    <a:pt x="1575" y="8123"/>
                    <a:pt x="472" y="6056"/>
                    <a:pt x="882" y="3989"/>
                  </a:cubicBezTo>
                  <a:cubicBezTo>
                    <a:pt x="1291" y="1922"/>
                    <a:pt x="3101" y="437"/>
                    <a:pt x="5203" y="437"/>
                  </a:cubicBezTo>
                  <a:cubicBezTo>
                    <a:pt x="5212" y="437"/>
                    <a:pt x="5220" y="437"/>
                    <a:pt x="5229" y="437"/>
                  </a:cubicBezTo>
                  <a:close/>
                  <a:moveTo>
                    <a:pt x="5204" y="0"/>
                  </a:moveTo>
                  <a:cubicBezTo>
                    <a:pt x="4583" y="0"/>
                    <a:pt x="3954" y="119"/>
                    <a:pt x="3351" y="368"/>
                  </a:cubicBezTo>
                  <a:cubicBezTo>
                    <a:pt x="1215" y="1256"/>
                    <a:pt x="1" y="3524"/>
                    <a:pt x="452" y="5792"/>
                  </a:cubicBezTo>
                  <a:cubicBezTo>
                    <a:pt x="902" y="8060"/>
                    <a:pt x="2893" y="9697"/>
                    <a:pt x="5203" y="9697"/>
                  </a:cubicBezTo>
                  <a:cubicBezTo>
                    <a:pt x="6493" y="9697"/>
                    <a:pt x="7728" y="9191"/>
                    <a:pt x="8636" y="8275"/>
                  </a:cubicBezTo>
                  <a:cubicBezTo>
                    <a:pt x="10266" y="6645"/>
                    <a:pt x="10523" y="4079"/>
                    <a:pt x="9240" y="2157"/>
                  </a:cubicBezTo>
                  <a:cubicBezTo>
                    <a:pt x="8319" y="773"/>
                    <a:pt x="6786" y="0"/>
                    <a:pt x="5204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44;p89">
              <a:extLst>
                <a:ext uri="{FF2B5EF4-FFF2-40B4-BE49-F238E27FC236}">
                  <a16:creationId xmlns:a16="http://schemas.microsoft.com/office/drawing/2014/main" id="{2486336E-B2D2-0766-7860-4C54946CE802}"/>
                </a:ext>
              </a:extLst>
            </p:cNvPr>
            <p:cNvSpPr/>
            <p:nvPr/>
          </p:nvSpPr>
          <p:spPr>
            <a:xfrm>
              <a:off x="7528286" y="3838093"/>
              <a:ext cx="82758" cy="129418"/>
            </a:xfrm>
            <a:custGeom>
              <a:avLst/>
              <a:gdLst/>
              <a:ahLst/>
              <a:cxnLst/>
              <a:rect l="l" t="t" r="r" b="b"/>
              <a:pathLst>
                <a:path w="3150" h="4926" extrusionOk="0">
                  <a:moveTo>
                    <a:pt x="1575" y="0"/>
                  </a:moveTo>
                  <a:cubicBezTo>
                    <a:pt x="722" y="0"/>
                    <a:pt x="14" y="604"/>
                    <a:pt x="14" y="1339"/>
                  </a:cubicBezTo>
                  <a:cubicBezTo>
                    <a:pt x="14" y="2081"/>
                    <a:pt x="715" y="2678"/>
                    <a:pt x="1575" y="2678"/>
                  </a:cubicBezTo>
                  <a:cubicBezTo>
                    <a:pt x="2199" y="2678"/>
                    <a:pt x="2705" y="3087"/>
                    <a:pt x="2705" y="3579"/>
                  </a:cubicBezTo>
                  <a:cubicBezTo>
                    <a:pt x="2705" y="4079"/>
                    <a:pt x="2199" y="4488"/>
                    <a:pt x="1575" y="4488"/>
                  </a:cubicBezTo>
                  <a:cubicBezTo>
                    <a:pt x="958" y="4488"/>
                    <a:pt x="451" y="4079"/>
                    <a:pt x="451" y="3579"/>
                  </a:cubicBezTo>
                  <a:cubicBezTo>
                    <a:pt x="465" y="3423"/>
                    <a:pt x="349" y="3345"/>
                    <a:pt x="233" y="3345"/>
                  </a:cubicBezTo>
                  <a:cubicBezTo>
                    <a:pt x="117" y="3345"/>
                    <a:pt x="0" y="3423"/>
                    <a:pt x="14" y="3579"/>
                  </a:cubicBezTo>
                  <a:cubicBezTo>
                    <a:pt x="14" y="4322"/>
                    <a:pt x="715" y="4925"/>
                    <a:pt x="1575" y="4925"/>
                  </a:cubicBezTo>
                  <a:cubicBezTo>
                    <a:pt x="2442" y="4925"/>
                    <a:pt x="3136" y="4322"/>
                    <a:pt x="3136" y="3579"/>
                  </a:cubicBezTo>
                  <a:cubicBezTo>
                    <a:pt x="3136" y="2844"/>
                    <a:pt x="2442" y="2241"/>
                    <a:pt x="1575" y="2241"/>
                  </a:cubicBezTo>
                  <a:cubicBezTo>
                    <a:pt x="958" y="2241"/>
                    <a:pt x="451" y="1838"/>
                    <a:pt x="451" y="1339"/>
                  </a:cubicBezTo>
                  <a:cubicBezTo>
                    <a:pt x="451" y="840"/>
                    <a:pt x="958" y="437"/>
                    <a:pt x="1575" y="437"/>
                  </a:cubicBezTo>
                  <a:cubicBezTo>
                    <a:pt x="2199" y="437"/>
                    <a:pt x="2705" y="840"/>
                    <a:pt x="2705" y="1339"/>
                  </a:cubicBezTo>
                  <a:cubicBezTo>
                    <a:pt x="2692" y="1499"/>
                    <a:pt x="2806" y="1578"/>
                    <a:pt x="2921" y="1578"/>
                  </a:cubicBezTo>
                  <a:cubicBezTo>
                    <a:pt x="3035" y="1578"/>
                    <a:pt x="3149" y="1499"/>
                    <a:pt x="3136" y="1339"/>
                  </a:cubicBezTo>
                  <a:cubicBezTo>
                    <a:pt x="3136" y="604"/>
                    <a:pt x="2435" y="0"/>
                    <a:pt x="1575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45;p89">
              <a:extLst>
                <a:ext uri="{FF2B5EF4-FFF2-40B4-BE49-F238E27FC236}">
                  <a16:creationId xmlns:a16="http://schemas.microsoft.com/office/drawing/2014/main" id="{A8C281D0-3D15-AFB2-F587-4DBD17312D16}"/>
                </a:ext>
              </a:extLst>
            </p:cNvPr>
            <p:cNvSpPr/>
            <p:nvPr/>
          </p:nvSpPr>
          <p:spPr>
            <a:xfrm>
              <a:off x="7563622" y="3825798"/>
              <a:ext cx="12164" cy="153353"/>
            </a:xfrm>
            <a:custGeom>
              <a:avLst/>
              <a:gdLst/>
              <a:ahLst/>
              <a:cxnLst/>
              <a:rect l="l" t="t" r="r" b="b"/>
              <a:pathLst>
                <a:path w="463" h="5837" extrusionOk="0">
                  <a:moveTo>
                    <a:pt x="232" y="0"/>
                  </a:moveTo>
                  <a:cubicBezTo>
                    <a:pt x="117" y="0"/>
                    <a:pt x="1" y="80"/>
                    <a:pt x="15" y="239"/>
                  </a:cubicBezTo>
                  <a:lnTo>
                    <a:pt x="15" y="5622"/>
                  </a:lnTo>
                  <a:cubicBezTo>
                    <a:pt x="15" y="5740"/>
                    <a:pt x="112" y="5837"/>
                    <a:pt x="230" y="5837"/>
                  </a:cubicBezTo>
                  <a:cubicBezTo>
                    <a:pt x="355" y="5837"/>
                    <a:pt x="452" y="5740"/>
                    <a:pt x="445" y="5622"/>
                  </a:cubicBezTo>
                  <a:lnTo>
                    <a:pt x="445" y="239"/>
                  </a:lnTo>
                  <a:cubicBezTo>
                    <a:pt x="462" y="80"/>
                    <a:pt x="348" y="0"/>
                    <a:pt x="232" y="0"/>
                  </a:cubicBezTo>
                  <a:close/>
                </a:path>
              </a:pathLst>
            </a:custGeom>
            <a:solidFill>
              <a:srgbClr val="6881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8661;p91">
            <a:extLst>
              <a:ext uri="{FF2B5EF4-FFF2-40B4-BE49-F238E27FC236}">
                <a16:creationId xmlns:a16="http://schemas.microsoft.com/office/drawing/2014/main" id="{F3257E88-66B7-CBEC-1896-3DB9067548A8}"/>
              </a:ext>
            </a:extLst>
          </p:cNvPr>
          <p:cNvGrpSpPr/>
          <p:nvPr/>
        </p:nvGrpSpPr>
        <p:grpSpPr>
          <a:xfrm>
            <a:off x="8134675" y="473408"/>
            <a:ext cx="366196" cy="357005"/>
            <a:chOff x="3542281" y="1505605"/>
            <a:chExt cx="366196" cy="357005"/>
          </a:xfrm>
        </p:grpSpPr>
        <p:sp>
          <p:nvSpPr>
            <p:cNvPr id="53" name="Google Shape;8662;p91">
              <a:extLst>
                <a:ext uri="{FF2B5EF4-FFF2-40B4-BE49-F238E27FC236}">
                  <a16:creationId xmlns:a16="http://schemas.microsoft.com/office/drawing/2014/main" id="{F2B20C54-D634-B322-985E-CF1F9589E4E3}"/>
                </a:ext>
              </a:extLst>
            </p:cNvPr>
            <p:cNvSpPr/>
            <p:nvPr/>
          </p:nvSpPr>
          <p:spPr>
            <a:xfrm>
              <a:off x="3612133" y="1573592"/>
              <a:ext cx="226466" cy="226703"/>
            </a:xfrm>
            <a:custGeom>
              <a:avLst/>
              <a:gdLst/>
              <a:ahLst/>
              <a:cxnLst/>
              <a:rect l="l" t="t" r="r" b="b"/>
              <a:pathLst>
                <a:path w="8624" h="8633" extrusionOk="0">
                  <a:moveTo>
                    <a:pt x="4317" y="0"/>
                  </a:moveTo>
                  <a:cubicBezTo>
                    <a:pt x="1924" y="0"/>
                    <a:pt x="1" y="1933"/>
                    <a:pt x="1" y="4316"/>
                  </a:cubicBezTo>
                  <a:cubicBezTo>
                    <a:pt x="1" y="6699"/>
                    <a:pt x="1924" y="8632"/>
                    <a:pt x="4317" y="8632"/>
                  </a:cubicBezTo>
                  <a:cubicBezTo>
                    <a:pt x="6700" y="8632"/>
                    <a:pt x="8624" y="6699"/>
                    <a:pt x="8624" y="4316"/>
                  </a:cubicBezTo>
                  <a:cubicBezTo>
                    <a:pt x="8624" y="1933"/>
                    <a:pt x="6700" y="0"/>
                    <a:pt x="4317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663;p91">
              <a:extLst>
                <a:ext uri="{FF2B5EF4-FFF2-40B4-BE49-F238E27FC236}">
                  <a16:creationId xmlns:a16="http://schemas.microsoft.com/office/drawing/2014/main" id="{7BE16AEA-9054-0988-6DE8-924C1FF4672F}"/>
                </a:ext>
              </a:extLst>
            </p:cNvPr>
            <p:cNvSpPr/>
            <p:nvPr/>
          </p:nvSpPr>
          <p:spPr>
            <a:xfrm>
              <a:off x="3657379" y="1652740"/>
              <a:ext cx="135974" cy="136001"/>
            </a:xfrm>
            <a:custGeom>
              <a:avLst/>
              <a:gdLst/>
              <a:ahLst/>
              <a:cxnLst/>
              <a:rect l="l" t="t" r="r" b="b"/>
              <a:pathLst>
                <a:path w="5178" h="5179" extrusionOk="0">
                  <a:moveTo>
                    <a:pt x="2594" y="1"/>
                  </a:moveTo>
                  <a:cubicBezTo>
                    <a:pt x="1158" y="1"/>
                    <a:pt x="0" y="1159"/>
                    <a:pt x="0" y="2594"/>
                  </a:cubicBezTo>
                  <a:cubicBezTo>
                    <a:pt x="0" y="4020"/>
                    <a:pt x="1158" y="5178"/>
                    <a:pt x="2594" y="5178"/>
                  </a:cubicBezTo>
                  <a:cubicBezTo>
                    <a:pt x="4020" y="5178"/>
                    <a:pt x="5178" y="4020"/>
                    <a:pt x="5178" y="2594"/>
                  </a:cubicBezTo>
                  <a:cubicBezTo>
                    <a:pt x="5178" y="1159"/>
                    <a:pt x="4020" y="1"/>
                    <a:pt x="2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664;p91">
              <a:extLst>
                <a:ext uri="{FF2B5EF4-FFF2-40B4-BE49-F238E27FC236}">
                  <a16:creationId xmlns:a16="http://schemas.microsoft.com/office/drawing/2014/main" id="{431FFBA0-1367-A6CB-DC0E-919D76E1DBEE}"/>
                </a:ext>
              </a:extLst>
            </p:cNvPr>
            <p:cNvSpPr/>
            <p:nvPr/>
          </p:nvSpPr>
          <p:spPr>
            <a:xfrm>
              <a:off x="3542281" y="1681153"/>
              <a:ext cx="54805" cy="11318"/>
            </a:xfrm>
            <a:custGeom>
              <a:avLst/>
              <a:gdLst/>
              <a:ahLst/>
              <a:cxnLst/>
              <a:rect l="l" t="t" r="r" b="b"/>
              <a:pathLst>
                <a:path w="2087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9" y="431"/>
                  </a:lnTo>
                  <a:cubicBezTo>
                    <a:pt x="2087" y="431"/>
                    <a:pt x="2087" y="0"/>
                    <a:pt x="1799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665;p91">
              <a:extLst>
                <a:ext uri="{FF2B5EF4-FFF2-40B4-BE49-F238E27FC236}">
                  <a16:creationId xmlns:a16="http://schemas.microsoft.com/office/drawing/2014/main" id="{C6B581A6-3F1E-00FA-2A7E-B3A2431F4AAE}"/>
                </a:ext>
              </a:extLst>
            </p:cNvPr>
            <p:cNvSpPr/>
            <p:nvPr/>
          </p:nvSpPr>
          <p:spPr>
            <a:xfrm>
              <a:off x="3853909" y="1681153"/>
              <a:ext cx="54568" cy="11318"/>
            </a:xfrm>
            <a:custGeom>
              <a:avLst/>
              <a:gdLst/>
              <a:ahLst/>
              <a:cxnLst/>
              <a:rect l="l" t="t" r="r" b="b"/>
              <a:pathLst>
                <a:path w="2078" h="431" extrusionOk="0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1790" y="431"/>
                  </a:lnTo>
                  <a:cubicBezTo>
                    <a:pt x="2077" y="431"/>
                    <a:pt x="2077" y="0"/>
                    <a:pt x="1790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666;p91">
              <a:extLst>
                <a:ext uri="{FF2B5EF4-FFF2-40B4-BE49-F238E27FC236}">
                  <a16:creationId xmlns:a16="http://schemas.microsoft.com/office/drawing/2014/main" id="{30BADD0E-DDCD-6C64-DA50-818332A7CC23}"/>
                </a:ext>
              </a:extLst>
            </p:cNvPr>
            <p:cNvSpPr/>
            <p:nvPr/>
          </p:nvSpPr>
          <p:spPr>
            <a:xfrm>
              <a:off x="3719694" y="1505605"/>
              <a:ext cx="11344" cy="50918"/>
            </a:xfrm>
            <a:custGeom>
              <a:avLst/>
              <a:gdLst/>
              <a:ahLst/>
              <a:cxnLst/>
              <a:rect l="l" t="t" r="r" b="b"/>
              <a:pathLst>
                <a:path w="432" h="1939" extrusionOk="0">
                  <a:moveTo>
                    <a:pt x="216" y="0"/>
                  </a:moveTo>
                  <a:cubicBezTo>
                    <a:pt x="108" y="0"/>
                    <a:pt x="1" y="72"/>
                    <a:pt x="1" y="216"/>
                  </a:cubicBezTo>
                  <a:lnTo>
                    <a:pt x="1" y="1728"/>
                  </a:lnTo>
                  <a:cubicBezTo>
                    <a:pt x="1" y="1843"/>
                    <a:pt x="97" y="1938"/>
                    <a:pt x="221" y="1938"/>
                  </a:cubicBezTo>
                  <a:cubicBezTo>
                    <a:pt x="336" y="1938"/>
                    <a:pt x="431" y="1843"/>
                    <a:pt x="431" y="1728"/>
                  </a:cubicBezTo>
                  <a:lnTo>
                    <a:pt x="431" y="216"/>
                  </a:lnTo>
                  <a:cubicBezTo>
                    <a:pt x="431" y="72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667;p91">
              <a:extLst>
                <a:ext uri="{FF2B5EF4-FFF2-40B4-BE49-F238E27FC236}">
                  <a16:creationId xmlns:a16="http://schemas.microsoft.com/office/drawing/2014/main" id="{F130434B-5445-6B4D-2A6C-406F41F35687}"/>
                </a:ext>
              </a:extLst>
            </p:cNvPr>
            <p:cNvSpPr/>
            <p:nvPr/>
          </p:nvSpPr>
          <p:spPr>
            <a:xfrm>
              <a:off x="3639023" y="1798850"/>
              <a:ext cx="25814" cy="31092"/>
            </a:xfrm>
            <a:custGeom>
              <a:avLst/>
              <a:gdLst/>
              <a:ahLst/>
              <a:cxnLst/>
              <a:rect l="l" t="t" r="r" b="b"/>
              <a:pathLst>
                <a:path w="983" h="1184" extrusionOk="0">
                  <a:moveTo>
                    <a:pt x="693" y="0"/>
                  </a:moveTo>
                  <a:cubicBezTo>
                    <a:pt x="626" y="0"/>
                    <a:pt x="560" y="33"/>
                    <a:pt x="518" y="112"/>
                  </a:cubicBezTo>
                  <a:lnTo>
                    <a:pt x="77" y="858"/>
                  </a:lnTo>
                  <a:cubicBezTo>
                    <a:pt x="1" y="1002"/>
                    <a:pt x="96" y="1184"/>
                    <a:pt x="269" y="1184"/>
                  </a:cubicBezTo>
                  <a:cubicBezTo>
                    <a:pt x="345" y="1174"/>
                    <a:pt x="412" y="1136"/>
                    <a:pt x="451" y="1069"/>
                  </a:cubicBezTo>
                  <a:lnTo>
                    <a:pt x="891" y="322"/>
                  </a:lnTo>
                  <a:cubicBezTo>
                    <a:pt x="982" y="152"/>
                    <a:pt x="837" y="0"/>
                    <a:pt x="6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8668;p91">
              <a:extLst>
                <a:ext uri="{FF2B5EF4-FFF2-40B4-BE49-F238E27FC236}">
                  <a16:creationId xmlns:a16="http://schemas.microsoft.com/office/drawing/2014/main" id="{8E25A1B6-8F01-0289-826F-1BC583ACE838}"/>
                </a:ext>
              </a:extLst>
            </p:cNvPr>
            <p:cNvSpPr/>
            <p:nvPr/>
          </p:nvSpPr>
          <p:spPr>
            <a:xfrm>
              <a:off x="3786053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699" y="1"/>
                  </a:moveTo>
                  <a:cubicBezTo>
                    <a:pt x="631" y="1"/>
                    <a:pt x="563" y="33"/>
                    <a:pt x="517" y="112"/>
                  </a:cubicBezTo>
                  <a:lnTo>
                    <a:pt x="87" y="859"/>
                  </a:lnTo>
                  <a:cubicBezTo>
                    <a:pt x="0" y="1002"/>
                    <a:pt x="106" y="1184"/>
                    <a:pt x="278" y="1184"/>
                  </a:cubicBezTo>
                  <a:cubicBezTo>
                    <a:pt x="354" y="1184"/>
                    <a:pt x="421" y="1136"/>
                    <a:pt x="460" y="1069"/>
                  </a:cubicBezTo>
                  <a:lnTo>
                    <a:pt x="890" y="323"/>
                  </a:lnTo>
                  <a:cubicBezTo>
                    <a:pt x="988" y="153"/>
                    <a:pt x="845" y="1"/>
                    <a:pt x="69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8669;p91">
              <a:extLst>
                <a:ext uri="{FF2B5EF4-FFF2-40B4-BE49-F238E27FC236}">
                  <a16:creationId xmlns:a16="http://schemas.microsoft.com/office/drawing/2014/main" id="{0EE063CC-A2B9-A6E5-F929-652C27CB4623}"/>
                </a:ext>
              </a:extLst>
            </p:cNvPr>
            <p:cNvSpPr/>
            <p:nvPr/>
          </p:nvSpPr>
          <p:spPr>
            <a:xfrm>
              <a:off x="3579728" y="1601874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309" y="1"/>
                  </a:moveTo>
                  <a:cubicBezTo>
                    <a:pt x="118" y="1"/>
                    <a:pt x="1" y="284"/>
                    <a:pt x="211" y="397"/>
                  </a:cubicBezTo>
                  <a:lnTo>
                    <a:pt x="957" y="837"/>
                  </a:lnTo>
                  <a:cubicBezTo>
                    <a:pt x="986" y="856"/>
                    <a:pt x="1024" y="866"/>
                    <a:pt x="1062" y="866"/>
                  </a:cubicBezTo>
                  <a:cubicBezTo>
                    <a:pt x="1283" y="866"/>
                    <a:pt x="1369" y="569"/>
                    <a:pt x="1168" y="464"/>
                  </a:cubicBezTo>
                  <a:lnTo>
                    <a:pt x="421" y="33"/>
                  </a:lnTo>
                  <a:cubicBezTo>
                    <a:pt x="382" y="11"/>
                    <a:pt x="344" y="1"/>
                    <a:pt x="309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8670;p91">
              <a:extLst>
                <a:ext uri="{FF2B5EF4-FFF2-40B4-BE49-F238E27FC236}">
                  <a16:creationId xmlns:a16="http://schemas.microsoft.com/office/drawing/2014/main" id="{F0F02DBA-AF35-5B65-AA5D-87CBE8C58B8D}"/>
                </a:ext>
              </a:extLst>
            </p:cNvPr>
            <p:cNvSpPr/>
            <p:nvPr/>
          </p:nvSpPr>
          <p:spPr>
            <a:xfrm>
              <a:off x="3834818" y="1749167"/>
              <a:ext cx="35687" cy="22741"/>
            </a:xfrm>
            <a:custGeom>
              <a:avLst/>
              <a:gdLst/>
              <a:ahLst/>
              <a:cxnLst/>
              <a:rect l="l" t="t" r="r" b="b"/>
              <a:pathLst>
                <a:path w="1359" h="866" extrusionOk="0">
                  <a:moveTo>
                    <a:pt x="318" y="0"/>
                  </a:moveTo>
                  <a:cubicBezTo>
                    <a:pt x="124" y="0"/>
                    <a:pt x="1" y="285"/>
                    <a:pt x="211" y="406"/>
                  </a:cubicBezTo>
                  <a:lnTo>
                    <a:pt x="957" y="836"/>
                  </a:lnTo>
                  <a:cubicBezTo>
                    <a:pt x="986" y="855"/>
                    <a:pt x="1024" y="865"/>
                    <a:pt x="1062" y="865"/>
                  </a:cubicBezTo>
                  <a:cubicBezTo>
                    <a:pt x="1282" y="865"/>
                    <a:pt x="1359" y="568"/>
                    <a:pt x="1168" y="463"/>
                  </a:cubicBezTo>
                  <a:lnTo>
                    <a:pt x="431" y="32"/>
                  </a:lnTo>
                  <a:cubicBezTo>
                    <a:pt x="392" y="10"/>
                    <a:pt x="353" y="0"/>
                    <a:pt x="318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8671;p91">
              <a:extLst>
                <a:ext uri="{FF2B5EF4-FFF2-40B4-BE49-F238E27FC236}">
                  <a16:creationId xmlns:a16="http://schemas.microsoft.com/office/drawing/2014/main" id="{DB4BEF13-CB2B-0B02-8ADD-084AE364A721}"/>
                </a:ext>
              </a:extLst>
            </p:cNvPr>
            <p:cNvSpPr/>
            <p:nvPr/>
          </p:nvSpPr>
          <p:spPr>
            <a:xfrm>
              <a:off x="3786000" y="1798850"/>
              <a:ext cx="25709" cy="31092"/>
            </a:xfrm>
            <a:custGeom>
              <a:avLst/>
              <a:gdLst/>
              <a:ahLst/>
              <a:cxnLst/>
              <a:rect l="l" t="t" r="r" b="b"/>
              <a:pathLst>
                <a:path w="979" h="1184" extrusionOk="0">
                  <a:moveTo>
                    <a:pt x="289" y="0"/>
                  </a:moveTo>
                  <a:cubicBezTo>
                    <a:pt x="143" y="0"/>
                    <a:pt x="0" y="152"/>
                    <a:pt x="98" y="322"/>
                  </a:cubicBezTo>
                  <a:lnTo>
                    <a:pt x="529" y="1069"/>
                  </a:lnTo>
                  <a:cubicBezTo>
                    <a:pt x="567" y="1136"/>
                    <a:pt x="634" y="1174"/>
                    <a:pt x="711" y="1184"/>
                  </a:cubicBezTo>
                  <a:cubicBezTo>
                    <a:pt x="883" y="1184"/>
                    <a:pt x="979" y="1002"/>
                    <a:pt x="902" y="858"/>
                  </a:cubicBezTo>
                  <a:lnTo>
                    <a:pt x="471" y="112"/>
                  </a:lnTo>
                  <a:cubicBezTo>
                    <a:pt x="426" y="33"/>
                    <a:pt x="357" y="0"/>
                    <a:pt x="28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8672;p91">
              <a:extLst>
                <a:ext uri="{FF2B5EF4-FFF2-40B4-BE49-F238E27FC236}">
                  <a16:creationId xmlns:a16="http://schemas.microsoft.com/office/drawing/2014/main" id="{5E3F926B-943A-2BB7-F21C-DE37D834510C}"/>
                </a:ext>
              </a:extLst>
            </p:cNvPr>
            <p:cNvSpPr/>
            <p:nvPr/>
          </p:nvSpPr>
          <p:spPr>
            <a:xfrm>
              <a:off x="3638472" y="1543761"/>
              <a:ext cx="25971" cy="31092"/>
            </a:xfrm>
            <a:custGeom>
              <a:avLst/>
              <a:gdLst/>
              <a:ahLst/>
              <a:cxnLst/>
              <a:rect l="l" t="t" r="r" b="b"/>
              <a:pathLst>
                <a:path w="989" h="1184" extrusionOk="0">
                  <a:moveTo>
                    <a:pt x="290" y="1"/>
                  </a:moveTo>
                  <a:cubicBezTo>
                    <a:pt x="143" y="1"/>
                    <a:pt x="0" y="153"/>
                    <a:pt x="98" y="323"/>
                  </a:cubicBezTo>
                  <a:lnTo>
                    <a:pt x="539" y="1069"/>
                  </a:lnTo>
                  <a:cubicBezTo>
                    <a:pt x="577" y="1136"/>
                    <a:pt x="644" y="1184"/>
                    <a:pt x="720" y="1184"/>
                  </a:cubicBezTo>
                  <a:cubicBezTo>
                    <a:pt x="883" y="1184"/>
                    <a:pt x="988" y="1002"/>
                    <a:pt x="912" y="859"/>
                  </a:cubicBezTo>
                  <a:lnTo>
                    <a:pt x="472" y="112"/>
                  </a:lnTo>
                  <a:cubicBezTo>
                    <a:pt x="426" y="33"/>
                    <a:pt x="358" y="1"/>
                    <a:pt x="290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8673;p91">
              <a:extLst>
                <a:ext uri="{FF2B5EF4-FFF2-40B4-BE49-F238E27FC236}">
                  <a16:creationId xmlns:a16="http://schemas.microsoft.com/office/drawing/2014/main" id="{76DCF8DF-46E2-A797-E30D-82B8F304F2E9}"/>
                </a:ext>
              </a:extLst>
            </p:cNvPr>
            <p:cNvSpPr/>
            <p:nvPr/>
          </p:nvSpPr>
          <p:spPr>
            <a:xfrm>
              <a:off x="3835317" y="1601507"/>
              <a:ext cx="36291" cy="23109"/>
            </a:xfrm>
            <a:custGeom>
              <a:avLst/>
              <a:gdLst/>
              <a:ahLst/>
              <a:cxnLst/>
              <a:rect l="l" t="t" r="r" b="b"/>
              <a:pathLst>
                <a:path w="1382" h="880" extrusionOk="0">
                  <a:moveTo>
                    <a:pt x="1059" y="0"/>
                  </a:moveTo>
                  <a:cubicBezTo>
                    <a:pt x="1021" y="0"/>
                    <a:pt x="980" y="11"/>
                    <a:pt x="938" y="38"/>
                  </a:cubicBezTo>
                  <a:lnTo>
                    <a:pt x="192" y="478"/>
                  </a:lnTo>
                  <a:cubicBezTo>
                    <a:pt x="0" y="583"/>
                    <a:pt x="77" y="880"/>
                    <a:pt x="297" y="880"/>
                  </a:cubicBezTo>
                  <a:cubicBezTo>
                    <a:pt x="335" y="880"/>
                    <a:pt x="373" y="870"/>
                    <a:pt x="402" y="851"/>
                  </a:cubicBezTo>
                  <a:lnTo>
                    <a:pt x="1149" y="411"/>
                  </a:lnTo>
                  <a:cubicBezTo>
                    <a:pt x="1381" y="307"/>
                    <a:pt x="1257" y="0"/>
                    <a:pt x="1059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8674;p91">
              <a:extLst>
                <a:ext uri="{FF2B5EF4-FFF2-40B4-BE49-F238E27FC236}">
                  <a16:creationId xmlns:a16="http://schemas.microsoft.com/office/drawing/2014/main" id="{1A6D5AE3-1421-9048-69D4-822C8CDF78A0}"/>
                </a:ext>
              </a:extLst>
            </p:cNvPr>
            <p:cNvSpPr/>
            <p:nvPr/>
          </p:nvSpPr>
          <p:spPr>
            <a:xfrm>
              <a:off x="3579964" y="1749167"/>
              <a:ext cx="35950" cy="22741"/>
            </a:xfrm>
            <a:custGeom>
              <a:avLst/>
              <a:gdLst/>
              <a:ahLst/>
              <a:cxnLst/>
              <a:rect l="l" t="t" r="r" b="b"/>
              <a:pathLst>
                <a:path w="1369" h="866" extrusionOk="0">
                  <a:moveTo>
                    <a:pt x="1057" y="0"/>
                  </a:moveTo>
                  <a:cubicBezTo>
                    <a:pt x="1023" y="0"/>
                    <a:pt x="986" y="10"/>
                    <a:pt x="948" y="32"/>
                  </a:cubicBezTo>
                  <a:lnTo>
                    <a:pt x="202" y="463"/>
                  </a:lnTo>
                  <a:cubicBezTo>
                    <a:pt x="1" y="568"/>
                    <a:pt x="87" y="865"/>
                    <a:pt x="307" y="865"/>
                  </a:cubicBezTo>
                  <a:cubicBezTo>
                    <a:pt x="345" y="865"/>
                    <a:pt x="384" y="855"/>
                    <a:pt x="412" y="836"/>
                  </a:cubicBezTo>
                  <a:lnTo>
                    <a:pt x="1159" y="406"/>
                  </a:lnTo>
                  <a:cubicBezTo>
                    <a:pt x="1369" y="285"/>
                    <a:pt x="1245" y="0"/>
                    <a:pt x="1057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8675;p91">
              <a:extLst>
                <a:ext uri="{FF2B5EF4-FFF2-40B4-BE49-F238E27FC236}">
                  <a16:creationId xmlns:a16="http://schemas.microsoft.com/office/drawing/2014/main" id="{E4BD0831-B55E-5B38-CEC6-7EC5369928DA}"/>
                </a:ext>
              </a:extLst>
            </p:cNvPr>
            <p:cNvSpPr/>
            <p:nvPr/>
          </p:nvSpPr>
          <p:spPr>
            <a:xfrm>
              <a:off x="3737209" y="1591764"/>
              <a:ext cx="80776" cy="68302"/>
            </a:xfrm>
            <a:custGeom>
              <a:avLst/>
              <a:gdLst/>
              <a:ahLst/>
              <a:cxnLst/>
              <a:rect l="l" t="t" r="r" b="b"/>
              <a:pathLst>
                <a:path w="3076" h="2601" extrusionOk="0">
                  <a:moveTo>
                    <a:pt x="388" y="1"/>
                  </a:moveTo>
                  <a:cubicBezTo>
                    <a:pt x="95" y="1"/>
                    <a:pt x="1" y="473"/>
                    <a:pt x="348" y="543"/>
                  </a:cubicBezTo>
                  <a:cubicBezTo>
                    <a:pt x="1324" y="791"/>
                    <a:pt x="2119" y="1490"/>
                    <a:pt x="2502" y="2428"/>
                  </a:cubicBezTo>
                  <a:cubicBezTo>
                    <a:pt x="2540" y="2533"/>
                    <a:pt x="2645" y="2600"/>
                    <a:pt x="2750" y="2600"/>
                  </a:cubicBezTo>
                  <a:cubicBezTo>
                    <a:pt x="2942" y="2600"/>
                    <a:pt x="3076" y="2399"/>
                    <a:pt x="2999" y="2227"/>
                  </a:cubicBezTo>
                  <a:cubicBezTo>
                    <a:pt x="2559" y="1136"/>
                    <a:pt x="1621" y="313"/>
                    <a:pt x="482" y="16"/>
                  </a:cubicBezTo>
                  <a:cubicBezTo>
                    <a:pt x="449" y="6"/>
                    <a:pt x="417" y="1"/>
                    <a:pt x="3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8676;p91">
              <a:extLst>
                <a:ext uri="{FF2B5EF4-FFF2-40B4-BE49-F238E27FC236}">
                  <a16:creationId xmlns:a16="http://schemas.microsoft.com/office/drawing/2014/main" id="{7786D036-62D7-086C-9FA3-69833D3AA6E1}"/>
                </a:ext>
              </a:extLst>
            </p:cNvPr>
            <p:cNvSpPr/>
            <p:nvPr/>
          </p:nvSpPr>
          <p:spPr>
            <a:xfrm>
              <a:off x="3691307" y="1732150"/>
              <a:ext cx="68118" cy="102073"/>
            </a:xfrm>
            <a:custGeom>
              <a:avLst/>
              <a:gdLst/>
              <a:ahLst/>
              <a:cxnLst/>
              <a:rect l="l" t="t" r="r" b="b"/>
              <a:pathLst>
                <a:path w="2594" h="3887" extrusionOk="0">
                  <a:moveTo>
                    <a:pt x="871" y="1"/>
                  </a:moveTo>
                  <a:lnTo>
                    <a:pt x="871" y="412"/>
                  </a:lnTo>
                  <a:cubicBezTo>
                    <a:pt x="862" y="499"/>
                    <a:pt x="823" y="566"/>
                    <a:pt x="747" y="604"/>
                  </a:cubicBezTo>
                  <a:lnTo>
                    <a:pt x="230" y="872"/>
                  </a:lnTo>
                  <a:cubicBezTo>
                    <a:pt x="87" y="948"/>
                    <a:pt x="0" y="1101"/>
                    <a:pt x="0" y="1264"/>
                  </a:cubicBezTo>
                  <a:lnTo>
                    <a:pt x="0" y="2527"/>
                  </a:lnTo>
                  <a:cubicBezTo>
                    <a:pt x="0" y="2987"/>
                    <a:pt x="134" y="3446"/>
                    <a:pt x="402" y="3839"/>
                  </a:cubicBezTo>
                  <a:lnTo>
                    <a:pt x="431" y="3886"/>
                  </a:lnTo>
                  <a:lnTo>
                    <a:pt x="2154" y="3886"/>
                  </a:lnTo>
                  <a:lnTo>
                    <a:pt x="2192" y="3839"/>
                  </a:lnTo>
                  <a:cubicBezTo>
                    <a:pt x="2450" y="3446"/>
                    <a:pt x="2584" y="2987"/>
                    <a:pt x="2594" y="2527"/>
                  </a:cubicBezTo>
                  <a:lnTo>
                    <a:pt x="2594" y="1255"/>
                  </a:lnTo>
                  <a:cubicBezTo>
                    <a:pt x="2594" y="1101"/>
                    <a:pt x="2498" y="948"/>
                    <a:pt x="2364" y="872"/>
                  </a:cubicBezTo>
                  <a:lnTo>
                    <a:pt x="1847" y="613"/>
                  </a:lnTo>
                  <a:cubicBezTo>
                    <a:pt x="1771" y="575"/>
                    <a:pt x="1733" y="499"/>
                    <a:pt x="1733" y="422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8677;p91">
              <a:extLst>
                <a:ext uri="{FF2B5EF4-FFF2-40B4-BE49-F238E27FC236}">
                  <a16:creationId xmlns:a16="http://schemas.microsoft.com/office/drawing/2014/main" id="{1D2896FB-A4CC-7D58-2A6D-7F199333630C}"/>
                </a:ext>
              </a:extLst>
            </p:cNvPr>
            <p:cNvSpPr/>
            <p:nvPr/>
          </p:nvSpPr>
          <p:spPr>
            <a:xfrm>
              <a:off x="3691307" y="1751267"/>
              <a:ext cx="68118" cy="82955"/>
            </a:xfrm>
            <a:custGeom>
              <a:avLst/>
              <a:gdLst/>
              <a:ahLst/>
              <a:cxnLst/>
              <a:rect l="l" t="t" r="r" b="b"/>
              <a:pathLst>
                <a:path w="2594" h="3159" extrusionOk="0">
                  <a:moveTo>
                    <a:pt x="508" y="0"/>
                  </a:moveTo>
                  <a:lnTo>
                    <a:pt x="240" y="144"/>
                  </a:lnTo>
                  <a:cubicBezTo>
                    <a:pt x="96" y="220"/>
                    <a:pt x="0" y="364"/>
                    <a:pt x="10" y="527"/>
                  </a:cubicBezTo>
                  <a:lnTo>
                    <a:pt x="10" y="1799"/>
                  </a:lnTo>
                  <a:cubicBezTo>
                    <a:pt x="10" y="2259"/>
                    <a:pt x="144" y="2718"/>
                    <a:pt x="402" y="3111"/>
                  </a:cubicBezTo>
                  <a:lnTo>
                    <a:pt x="441" y="3158"/>
                  </a:lnTo>
                  <a:lnTo>
                    <a:pt x="2163" y="3158"/>
                  </a:lnTo>
                  <a:lnTo>
                    <a:pt x="2202" y="3111"/>
                  </a:lnTo>
                  <a:cubicBezTo>
                    <a:pt x="2460" y="2718"/>
                    <a:pt x="2594" y="2259"/>
                    <a:pt x="2594" y="1799"/>
                  </a:cubicBezTo>
                  <a:lnTo>
                    <a:pt x="2594" y="527"/>
                  </a:lnTo>
                  <a:cubicBezTo>
                    <a:pt x="2594" y="373"/>
                    <a:pt x="2508" y="220"/>
                    <a:pt x="2364" y="144"/>
                  </a:cubicBezTo>
                  <a:lnTo>
                    <a:pt x="2087" y="0"/>
                  </a:lnTo>
                  <a:cubicBezTo>
                    <a:pt x="1876" y="230"/>
                    <a:pt x="1589" y="345"/>
                    <a:pt x="1301" y="345"/>
                  </a:cubicBezTo>
                  <a:cubicBezTo>
                    <a:pt x="1012" y="345"/>
                    <a:pt x="723" y="230"/>
                    <a:pt x="508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8678;p91">
              <a:extLst>
                <a:ext uri="{FF2B5EF4-FFF2-40B4-BE49-F238E27FC236}">
                  <a16:creationId xmlns:a16="http://schemas.microsoft.com/office/drawing/2014/main" id="{466BA009-696F-5B4B-A5AE-3722675E65D5}"/>
                </a:ext>
              </a:extLst>
            </p:cNvPr>
            <p:cNvSpPr/>
            <p:nvPr/>
          </p:nvSpPr>
          <p:spPr>
            <a:xfrm>
              <a:off x="3712656" y="1732150"/>
              <a:ext cx="25420" cy="17122"/>
            </a:xfrm>
            <a:custGeom>
              <a:avLst/>
              <a:gdLst/>
              <a:ahLst/>
              <a:cxnLst/>
              <a:rect l="l" t="t" r="r" b="b"/>
              <a:pathLst>
                <a:path w="968" h="652" extrusionOk="0">
                  <a:moveTo>
                    <a:pt x="58" y="1"/>
                  </a:moveTo>
                  <a:lnTo>
                    <a:pt x="58" y="412"/>
                  </a:lnTo>
                  <a:cubicBezTo>
                    <a:pt x="49" y="470"/>
                    <a:pt x="39" y="518"/>
                    <a:pt x="1" y="556"/>
                  </a:cubicBezTo>
                  <a:cubicBezTo>
                    <a:pt x="154" y="613"/>
                    <a:pt x="317" y="652"/>
                    <a:pt x="489" y="652"/>
                  </a:cubicBezTo>
                  <a:cubicBezTo>
                    <a:pt x="652" y="652"/>
                    <a:pt x="814" y="613"/>
                    <a:pt x="967" y="556"/>
                  </a:cubicBezTo>
                  <a:cubicBezTo>
                    <a:pt x="929" y="518"/>
                    <a:pt x="910" y="470"/>
                    <a:pt x="910" y="412"/>
                  </a:cubicBezTo>
                  <a:lnTo>
                    <a:pt x="910" y="1"/>
                  </a:lnTo>
                  <a:close/>
                </a:path>
              </a:pathLst>
            </a:custGeom>
            <a:solidFill>
              <a:srgbClr val="99A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8679;p91">
              <a:extLst>
                <a:ext uri="{FF2B5EF4-FFF2-40B4-BE49-F238E27FC236}">
                  <a16:creationId xmlns:a16="http://schemas.microsoft.com/office/drawing/2014/main" id="{ED8F2C9E-0335-ED28-CC7E-2CE641734478}"/>
                </a:ext>
              </a:extLst>
            </p:cNvPr>
            <p:cNvSpPr/>
            <p:nvPr/>
          </p:nvSpPr>
          <p:spPr>
            <a:xfrm>
              <a:off x="3702625" y="1686930"/>
              <a:ext cx="45509" cy="51049"/>
            </a:xfrm>
            <a:custGeom>
              <a:avLst/>
              <a:gdLst/>
              <a:ahLst/>
              <a:cxnLst/>
              <a:rect l="l" t="t" r="r" b="b"/>
              <a:pathLst>
                <a:path w="1733" h="1944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51"/>
                    <a:pt x="392" y="1943"/>
                    <a:pt x="871" y="1943"/>
                  </a:cubicBezTo>
                  <a:cubicBezTo>
                    <a:pt x="1340" y="1943"/>
                    <a:pt x="1732" y="1551"/>
                    <a:pt x="1732" y="107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BBC6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8680;p91">
              <a:extLst>
                <a:ext uri="{FF2B5EF4-FFF2-40B4-BE49-F238E27FC236}">
                  <a16:creationId xmlns:a16="http://schemas.microsoft.com/office/drawing/2014/main" id="{CE9ECBFF-6D57-B05B-A6A8-45582F4C60A0}"/>
                </a:ext>
              </a:extLst>
            </p:cNvPr>
            <p:cNvSpPr/>
            <p:nvPr/>
          </p:nvSpPr>
          <p:spPr>
            <a:xfrm>
              <a:off x="3702625" y="1686930"/>
              <a:ext cx="31171" cy="50944"/>
            </a:xfrm>
            <a:custGeom>
              <a:avLst/>
              <a:gdLst/>
              <a:ahLst/>
              <a:cxnLst/>
              <a:rect l="l" t="t" r="r" b="b"/>
              <a:pathLst>
                <a:path w="1187" h="1940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lnTo>
                    <a:pt x="0" y="1072"/>
                  </a:lnTo>
                  <a:cubicBezTo>
                    <a:pt x="0" y="1569"/>
                    <a:pt x="409" y="1940"/>
                    <a:pt x="865" y="1940"/>
                  </a:cubicBezTo>
                  <a:cubicBezTo>
                    <a:pt x="971" y="1940"/>
                    <a:pt x="1080" y="1919"/>
                    <a:pt x="1187" y="1876"/>
                  </a:cubicBezTo>
                  <a:cubicBezTo>
                    <a:pt x="861" y="1742"/>
                    <a:pt x="651" y="1426"/>
                    <a:pt x="651" y="1072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AAB8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8681;p91">
              <a:extLst>
                <a:ext uri="{FF2B5EF4-FFF2-40B4-BE49-F238E27FC236}">
                  <a16:creationId xmlns:a16="http://schemas.microsoft.com/office/drawing/2014/main" id="{2ED6E4F3-A392-39E6-4B4F-7259F8A6F7CA}"/>
                </a:ext>
              </a:extLst>
            </p:cNvPr>
            <p:cNvSpPr/>
            <p:nvPr/>
          </p:nvSpPr>
          <p:spPr>
            <a:xfrm>
              <a:off x="3702625" y="1834196"/>
              <a:ext cx="45509" cy="28177"/>
            </a:xfrm>
            <a:custGeom>
              <a:avLst/>
              <a:gdLst/>
              <a:ahLst/>
              <a:cxnLst/>
              <a:rect l="l" t="t" r="r" b="b"/>
              <a:pathLst>
                <a:path w="1733" h="1073" extrusionOk="0">
                  <a:moveTo>
                    <a:pt x="0" y="0"/>
                  </a:moveTo>
                  <a:lnTo>
                    <a:pt x="0" y="862"/>
                  </a:lnTo>
                  <a:cubicBezTo>
                    <a:pt x="0" y="977"/>
                    <a:pt x="96" y="1072"/>
                    <a:pt x="220" y="1072"/>
                  </a:cubicBezTo>
                  <a:lnTo>
                    <a:pt x="1512" y="1072"/>
                  </a:lnTo>
                  <a:cubicBezTo>
                    <a:pt x="1637" y="1072"/>
                    <a:pt x="1732" y="977"/>
                    <a:pt x="1732" y="862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682;p91">
              <a:extLst>
                <a:ext uri="{FF2B5EF4-FFF2-40B4-BE49-F238E27FC236}">
                  <a16:creationId xmlns:a16="http://schemas.microsoft.com/office/drawing/2014/main" id="{0C2EB189-4AC0-CB00-A919-851CAFD7A900}"/>
                </a:ext>
              </a:extLst>
            </p:cNvPr>
            <p:cNvSpPr/>
            <p:nvPr/>
          </p:nvSpPr>
          <p:spPr>
            <a:xfrm>
              <a:off x="3691307" y="1759303"/>
              <a:ext cx="11344" cy="74920"/>
            </a:xfrm>
            <a:custGeom>
              <a:avLst/>
              <a:gdLst/>
              <a:ahLst/>
              <a:cxnLst/>
              <a:rect l="l" t="t" r="r" b="b"/>
              <a:pathLst>
                <a:path w="432" h="2853" extrusionOk="0">
                  <a:moveTo>
                    <a:pt x="67" y="1"/>
                  </a:moveTo>
                  <a:cubicBezTo>
                    <a:pt x="29" y="67"/>
                    <a:pt x="0" y="154"/>
                    <a:pt x="0" y="230"/>
                  </a:cubicBezTo>
                  <a:lnTo>
                    <a:pt x="0" y="1493"/>
                  </a:lnTo>
                  <a:cubicBezTo>
                    <a:pt x="0" y="1953"/>
                    <a:pt x="144" y="2412"/>
                    <a:pt x="402" y="2805"/>
                  </a:cubicBezTo>
                  <a:lnTo>
                    <a:pt x="431" y="2852"/>
                  </a:lnTo>
                  <a:lnTo>
                    <a:pt x="431" y="489"/>
                  </a:lnTo>
                  <a:cubicBezTo>
                    <a:pt x="431" y="355"/>
                    <a:pt x="374" y="230"/>
                    <a:pt x="259" y="144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683;p91">
              <a:extLst>
                <a:ext uri="{FF2B5EF4-FFF2-40B4-BE49-F238E27FC236}">
                  <a16:creationId xmlns:a16="http://schemas.microsoft.com/office/drawing/2014/main" id="{234C59C5-B747-2892-280D-0A0032BD059F}"/>
                </a:ext>
              </a:extLst>
            </p:cNvPr>
            <p:cNvSpPr/>
            <p:nvPr/>
          </p:nvSpPr>
          <p:spPr>
            <a:xfrm>
              <a:off x="3748107" y="1759303"/>
              <a:ext cx="11318" cy="74920"/>
            </a:xfrm>
            <a:custGeom>
              <a:avLst/>
              <a:gdLst/>
              <a:ahLst/>
              <a:cxnLst/>
              <a:rect l="l" t="t" r="r" b="b"/>
              <a:pathLst>
                <a:path w="431" h="2853" extrusionOk="0">
                  <a:moveTo>
                    <a:pt x="364" y="1"/>
                  </a:moveTo>
                  <a:lnTo>
                    <a:pt x="173" y="144"/>
                  </a:lnTo>
                  <a:cubicBezTo>
                    <a:pt x="58" y="230"/>
                    <a:pt x="0" y="355"/>
                    <a:pt x="0" y="489"/>
                  </a:cubicBezTo>
                  <a:lnTo>
                    <a:pt x="0" y="2852"/>
                  </a:lnTo>
                  <a:lnTo>
                    <a:pt x="29" y="2805"/>
                  </a:lnTo>
                  <a:cubicBezTo>
                    <a:pt x="287" y="2412"/>
                    <a:pt x="431" y="1953"/>
                    <a:pt x="431" y="1493"/>
                  </a:cubicBezTo>
                  <a:lnTo>
                    <a:pt x="431" y="230"/>
                  </a:lnTo>
                  <a:cubicBezTo>
                    <a:pt x="431" y="154"/>
                    <a:pt x="402" y="67"/>
                    <a:pt x="364" y="1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684;p91">
              <a:extLst>
                <a:ext uri="{FF2B5EF4-FFF2-40B4-BE49-F238E27FC236}">
                  <a16:creationId xmlns:a16="http://schemas.microsoft.com/office/drawing/2014/main" id="{C3039379-3658-9B31-616A-DD686F855FA1}"/>
                </a:ext>
              </a:extLst>
            </p:cNvPr>
            <p:cNvSpPr/>
            <p:nvPr/>
          </p:nvSpPr>
          <p:spPr>
            <a:xfrm>
              <a:off x="3722477" y="1845514"/>
              <a:ext cx="5803" cy="17095"/>
            </a:xfrm>
            <a:custGeom>
              <a:avLst/>
              <a:gdLst/>
              <a:ahLst/>
              <a:cxnLst/>
              <a:rect l="l" t="t" r="r" b="b"/>
              <a:pathLst>
                <a:path w="221" h="651" extrusionOk="0">
                  <a:moveTo>
                    <a:pt x="115" y="0"/>
                  </a:moveTo>
                  <a:cubicBezTo>
                    <a:pt x="48" y="0"/>
                    <a:pt x="0" y="48"/>
                    <a:pt x="0" y="105"/>
                  </a:cubicBezTo>
                  <a:lnTo>
                    <a:pt x="0" y="651"/>
                  </a:lnTo>
                  <a:lnTo>
                    <a:pt x="220" y="651"/>
                  </a:lnTo>
                  <a:lnTo>
                    <a:pt x="220" y="105"/>
                  </a:lnTo>
                  <a:cubicBezTo>
                    <a:pt x="220" y="48"/>
                    <a:pt x="172" y="0"/>
                    <a:pt x="115" y="0"/>
                  </a:cubicBezTo>
                  <a:close/>
                </a:path>
              </a:pathLst>
            </a:custGeom>
            <a:solidFill>
              <a:srgbClr val="6177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685;p91">
              <a:extLst>
                <a:ext uri="{FF2B5EF4-FFF2-40B4-BE49-F238E27FC236}">
                  <a16:creationId xmlns:a16="http://schemas.microsoft.com/office/drawing/2014/main" id="{67EB5E57-83A1-9761-B0AA-06EC04CB43BA}"/>
                </a:ext>
              </a:extLst>
            </p:cNvPr>
            <p:cNvSpPr/>
            <p:nvPr/>
          </p:nvSpPr>
          <p:spPr>
            <a:xfrm>
              <a:off x="3702625" y="1686930"/>
              <a:ext cx="45509" cy="22662"/>
            </a:xfrm>
            <a:custGeom>
              <a:avLst/>
              <a:gdLst/>
              <a:ahLst/>
              <a:cxnLst/>
              <a:rect l="l" t="t" r="r" b="b"/>
              <a:pathLst>
                <a:path w="1733" h="863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530" y="794"/>
                    <a:pt x="1076" y="862"/>
                    <a:pt x="1624" y="862"/>
                  </a:cubicBezTo>
                  <a:cubicBezTo>
                    <a:pt x="1660" y="862"/>
                    <a:pt x="1696" y="862"/>
                    <a:pt x="1732" y="862"/>
                  </a:cubicBezTo>
                  <a:lnTo>
                    <a:pt x="1732" y="641"/>
                  </a:lnTo>
                  <a:cubicBezTo>
                    <a:pt x="1732" y="287"/>
                    <a:pt x="1436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686;p91">
              <a:extLst>
                <a:ext uri="{FF2B5EF4-FFF2-40B4-BE49-F238E27FC236}">
                  <a16:creationId xmlns:a16="http://schemas.microsoft.com/office/drawing/2014/main" id="{8FCC604A-DF0C-0CA8-20BC-DE44BFA67185}"/>
                </a:ext>
              </a:extLst>
            </p:cNvPr>
            <p:cNvSpPr/>
            <p:nvPr/>
          </p:nvSpPr>
          <p:spPr>
            <a:xfrm>
              <a:off x="3702625" y="1686930"/>
              <a:ext cx="31171" cy="20640"/>
            </a:xfrm>
            <a:custGeom>
              <a:avLst/>
              <a:gdLst/>
              <a:ahLst/>
              <a:cxnLst/>
              <a:rect l="l" t="t" r="r" b="b"/>
              <a:pathLst>
                <a:path w="1187" h="786" extrusionOk="0">
                  <a:moveTo>
                    <a:pt x="651" y="0"/>
                  </a:moveTo>
                  <a:cubicBezTo>
                    <a:pt x="297" y="0"/>
                    <a:pt x="0" y="287"/>
                    <a:pt x="0" y="641"/>
                  </a:cubicBezTo>
                  <a:cubicBezTo>
                    <a:pt x="220" y="708"/>
                    <a:pt x="431" y="756"/>
                    <a:pt x="651" y="785"/>
                  </a:cubicBezTo>
                  <a:lnTo>
                    <a:pt x="651" y="641"/>
                  </a:lnTo>
                  <a:cubicBezTo>
                    <a:pt x="651" y="326"/>
                    <a:pt x="881" y="58"/>
                    <a:pt x="1187" y="10"/>
                  </a:cubicBezTo>
                  <a:cubicBezTo>
                    <a:pt x="1158" y="0"/>
                    <a:pt x="1120" y="0"/>
                    <a:pt x="1081" y="0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9133;p91">
            <a:extLst>
              <a:ext uri="{FF2B5EF4-FFF2-40B4-BE49-F238E27FC236}">
                <a16:creationId xmlns:a16="http://schemas.microsoft.com/office/drawing/2014/main" id="{A13E36D9-B6B7-3423-F60A-27F57A52D5B2}"/>
              </a:ext>
            </a:extLst>
          </p:cNvPr>
          <p:cNvGrpSpPr/>
          <p:nvPr/>
        </p:nvGrpSpPr>
        <p:grpSpPr>
          <a:xfrm>
            <a:off x="8732924" y="48907"/>
            <a:ext cx="341065" cy="341065"/>
            <a:chOff x="3117788" y="3812546"/>
            <a:chExt cx="341065" cy="341065"/>
          </a:xfrm>
        </p:grpSpPr>
        <p:sp>
          <p:nvSpPr>
            <p:cNvPr id="79" name="Google Shape;9134;p91">
              <a:extLst>
                <a:ext uri="{FF2B5EF4-FFF2-40B4-BE49-F238E27FC236}">
                  <a16:creationId xmlns:a16="http://schemas.microsoft.com/office/drawing/2014/main" id="{95AC9DE1-BA4F-F723-11FF-3E5E1EC0AF59}"/>
                </a:ext>
              </a:extLst>
            </p:cNvPr>
            <p:cNvSpPr/>
            <p:nvPr/>
          </p:nvSpPr>
          <p:spPr>
            <a:xfrm>
              <a:off x="3117788" y="3812546"/>
              <a:ext cx="259396" cy="259370"/>
            </a:xfrm>
            <a:custGeom>
              <a:avLst/>
              <a:gdLst/>
              <a:ahLst/>
              <a:cxnLst/>
              <a:rect l="l" t="t" r="r" b="b"/>
              <a:pathLst>
                <a:path w="9878" h="9877" extrusionOk="0">
                  <a:moveTo>
                    <a:pt x="4633" y="0"/>
                  </a:moveTo>
                  <a:cubicBezTo>
                    <a:pt x="4422" y="0"/>
                    <a:pt x="4231" y="154"/>
                    <a:pt x="4193" y="355"/>
                  </a:cubicBezTo>
                  <a:lnTo>
                    <a:pt x="3963" y="1474"/>
                  </a:lnTo>
                  <a:cubicBezTo>
                    <a:pt x="3695" y="1560"/>
                    <a:pt x="3427" y="1666"/>
                    <a:pt x="3178" y="1809"/>
                  </a:cubicBezTo>
                  <a:lnTo>
                    <a:pt x="2221" y="1168"/>
                  </a:lnTo>
                  <a:cubicBezTo>
                    <a:pt x="2149" y="1120"/>
                    <a:pt x="2066" y="1097"/>
                    <a:pt x="1982" y="1097"/>
                  </a:cubicBezTo>
                  <a:cubicBezTo>
                    <a:pt x="1864" y="1097"/>
                    <a:pt x="1746" y="1142"/>
                    <a:pt x="1657" y="1225"/>
                  </a:cubicBezTo>
                  <a:lnTo>
                    <a:pt x="1226" y="1666"/>
                  </a:lnTo>
                  <a:cubicBezTo>
                    <a:pt x="1073" y="1809"/>
                    <a:pt x="1054" y="2049"/>
                    <a:pt x="1169" y="2230"/>
                  </a:cubicBezTo>
                  <a:lnTo>
                    <a:pt x="1800" y="3178"/>
                  </a:lnTo>
                  <a:cubicBezTo>
                    <a:pt x="1666" y="3427"/>
                    <a:pt x="1551" y="3695"/>
                    <a:pt x="1475" y="3972"/>
                  </a:cubicBezTo>
                  <a:lnTo>
                    <a:pt x="355" y="4192"/>
                  </a:lnTo>
                  <a:cubicBezTo>
                    <a:pt x="145" y="4240"/>
                    <a:pt x="1" y="4422"/>
                    <a:pt x="1" y="4632"/>
                  </a:cubicBezTo>
                  <a:lnTo>
                    <a:pt x="1" y="5245"/>
                  </a:lnTo>
                  <a:cubicBezTo>
                    <a:pt x="1" y="5456"/>
                    <a:pt x="145" y="5637"/>
                    <a:pt x="355" y="5685"/>
                  </a:cubicBezTo>
                  <a:lnTo>
                    <a:pt x="1475" y="5905"/>
                  </a:lnTo>
                  <a:cubicBezTo>
                    <a:pt x="1551" y="6183"/>
                    <a:pt x="1666" y="6451"/>
                    <a:pt x="1800" y="6700"/>
                  </a:cubicBezTo>
                  <a:lnTo>
                    <a:pt x="1169" y="7647"/>
                  </a:lnTo>
                  <a:cubicBezTo>
                    <a:pt x="1054" y="7829"/>
                    <a:pt x="1073" y="8068"/>
                    <a:pt x="1226" y="8221"/>
                  </a:cubicBezTo>
                  <a:lnTo>
                    <a:pt x="1657" y="8652"/>
                  </a:lnTo>
                  <a:cubicBezTo>
                    <a:pt x="1744" y="8739"/>
                    <a:pt x="1860" y="8783"/>
                    <a:pt x="1975" y="8783"/>
                  </a:cubicBezTo>
                  <a:cubicBezTo>
                    <a:pt x="2061" y="8783"/>
                    <a:pt x="2147" y="8759"/>
                    <a:pt x="2221" y="8709"/>
                  </a:cubicBezTo>
                  <a:lnTo>
                    <a:pt x="3178" y="8068"/>
                  </a:lnTo>
                  <a:cubicBezTo>
                    <a:pt x="3427" y="8212"/>
                    <a:pt x="3695" y="8327"/>
                    <a:pt x="3963" y="8403"/>
                  </a:cubicBezTo>
                  <a:lnTo>
                    <a:pt x="4193" y="9523"/>
                  </a:lnTo>
                  <a:cubicBezTo>
                    <a:pt x="4231" y="9724"/>
                    <a:pt x="4422" y="9877"/>
                    <a:pt x="4633" y="9877"/>
                  </a:cubicBezTo>
                  <a:lnTo>
                    <a:pt x="5245" y="9877"/>
                  </a:lnTo>
                  <a:cubicBezTo>
                    <a:pt x="5456" y="9877"/>
                    <a:pt x="5638" y="9724"/>
                    <a:pt x="5686" y="9523"/>
                  </a:cubicBezTo>
                  <a:lnTo>
                    <a:pt x="5906" y="8403"/>
                  </a:lnTo>
                  <a:cubicBezTo>
                    <a:pt x="6183" y="8327"/>
                    <a:pt x="6451" y="8212"/>
                    <a:pt x="6700" y="8068"/>
                  </a:cubicBezTo>
                  <a:lnTo>
                    <a:pt x="7648" y="8709"/>
                  </a:lnTo>
                  <a:cubicBezTo>
                    <a:pt x="7726" y="8759"/>
                    <a:pt x="7814" y="8783"/>
                    <a:pt x="7901" y="8783"/>
                  </a:cubicBezTo>
                  <a:cubicBezTo>
                    <a:pt x="8017" y="8783"/>
                    <a:pt x="8130" y="8739"/>
                    <a:pt x="8212" y="8652"/>
                  </a:cubicBezTo>
                  <a:lnTo>
                    <a:pt x="8643" y="8221"/>
                  </a:lnTo>
                  <a:cubicBezTo>
                    <a:pt x="8796" y="8068"/>
                    <a:pt x="8825" y="7829"/>
                    <a:pt x="8700" y="7647"/>
                  </a:cubicBezTo>
                  <a:lnTo>
                    <a:pt x="8069" y="6700"/>
                  </a:lnTo>
                  <a:cubicBezTo>
                    <a:pt x="8212" y="6451"/>
                    <a:pt x="8318" y="6183"/>
                    <a:pt x="8394" y="5905"/>
                  </a:cubicBezTo>
                  <a:lnTo>
                    <a:pt x="9514" y="5685"/>
                  </a:lnTo>
                  <a:cubicBezTo>
                    <a:pt x="9724" y="5637"/>
                    <a:pt x="9878" y="5456"/>
                    <a:pt x="9878" y="5245"/>
                  </a:cubicBezTo>
                  <a:lnTo>
                    <a:pt x="9878" y="4632"/>
                  </a:lnTo>
                  <a:cubicBezTo>
                    <a:pt x="9878" y="4422"/>
                    <a:pt x="9724" y="4240"/>
                    <a:pt x="9514" y="4192"/>
                  </a:cubicBezTo>
                  <a:lnTo>
                    <a:pt x="8394" y="3972"/>
                  </a:lnTo>
                  <a:cubicBezTo>
                    <a:pt x="8318" y="3695"/>
                    <a:pt x="8212" y="3427"/>
                    <a:pt x="8069" y="3178"/>
                  </a:cubicBezTo>
                  <a:lnTo>
                    <a:pt x="8700" y="2230"/>
                  </a:lnTo>
                  <a:cubicBezTo>
                    <a:pt x="8825" y="2049"/>
                    <a:pt x="8796" y="1809"/>
                    <a:pt x="8643" y="1666"/>
                  </a:cubicBezTo>
                  <a:lnTo>
                    <a:pt x="8212" y="1225"/>
                  </a:lnTo>
                  <a:cubicBezTo>
                    <a:pt x="8129" y="1142"/>
                    <a:pt x="8013" y="1097"/>
                    <a:pt x="7894" y="1097"/>
                  </a:cubicBezTo>
                  <a:cubicBezTo>
                    <a:pt x="7809" y="1097"/>
                    <a:pt x="7724" y="1120"/>
                    <a:pt x="7648" y="1168"/>
                  </a:cubicBezTo>
                  <a:lnTo>
                    <a:pt x="6700" y="1809"/>
                  </a:lnTo>
                  <a:cubicBezTo>
                    <a:pt x="6451" y="1666"/>
                    <a:pt x="6183" y="1560"/>
                    <a:pt x="5906" y="1474"/>
                  </a:cubicBezTo>
                  <a:lnTo>
                    <a:pt x="5686" y="355"/>
                  </a:lnTo>
                  <a:cubicBezTo>
                    <a:pt x="5638" y="154"/>
                    <a:pt x="5456" y="0"/>
                    <a:pt x="5245" y="0"/>
                  </a:cubicBezTo>
                  <a:close/>
                </a:path>
              </a:pathLst>
            </a:custGeom>
            <a:solidFill>
              <a:srgbClr val="C3CD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135;p91">
              <a:extLst>
                <a:ext uri="{FF2B5EF4-FFF2-40B4-BE49-F238E27FC236}">
                  <a16:creationId xmlns:a16="http://schemas.microsoft.com/office/drawing/2014/main" id="{8EEE6D99-427B-F3F9-273F-A17B710A9792}"/>
                </a:ext>
              </a:extLst>
            </p:cNvPr>
            <p:cNvSpPr/>
            <p:nvPr/>
          </p:nvSpPr>
          <p:spPr>
            <a:xfrm>
              <a:off x="3171332" y="3885181"/>
              <a:ext cx="132981" cy="114126"/>
            </a:xfrm>
            <a:custGeom>
              <a:avLst/>
              <a:gdLst/>
              <a:ahLst/>
              <a:cxnLst/>
              <a:rect l="l" t="t" r="r" b="b"/>
              <a:pathLst>
                <a:path w="5064" h="4346" extrusionOk="0">
                  <a:moveTo>
                    <a:pt x="2900" y="0"/>
                  </a:moveTo>
                  <a:cubicBezTo>
                    <a:pt x="967" y="0"/>
                    <a:pt x="0" y="2335"/>
                    <a:pt x="1359" y="3704"/>
                  </a:cubicBezTo>
                  <a:cubicBezTo>
                    <a:pt x="1802" y="4147"/>
                    <a:pt x="2347" y="4345"/>
                    <a:pt x="2880" y="4345"/>
                  </a:cubicBezTo>
                  <a:cubicBezTo>
                    <a:pt x="3995" y="4345"/>
                    <a:pt x="5063" y="3480"/>
                    <a:pt x="5063" y="2173"/>
                  </a:cubicBezTo>
                  <a:cubicBezTo>
                    <a:pt x="5063" y="976"/>
                    <a:pt x="4097" y="0"/>
                    <a:pt x="2900" y="0"/>
                  </a:cubicBezTo>
                  <a:close/>
                </a:path>
              </a:pathLst>
            </a:custGeom>
            <a:solidFill>
              <a:srgbClr val="E3E8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136;p91">
              <a:extLst>
                <a:ext uri="{FF2B5EF4-FFF2-40B4-BE49-F238E27FC236}">
                  <a16:creationId xmlns:a16="http://schemas.microsoft.com/office/drawing/2014/main" id="{E314CB0E-8DD1-8100-B0BB-586F1D3BD208}"/>
                </a:ext>
              </a:extLst>
            </p:cNvPr>
            <p:cNvSpPr/>
            <p:nvPr/>
          </p:nvSpPr>
          <p:spPr>
            <a:xfrm>
              <a:off x="3209541" y="3914067"/>
              <a:ext cx="66123" cy="56485"/>
            </a:xfrm>
            <a:custGeom>
              <a:avLst/>
              <a:gdLst/>
              <a:ahLst/>
              <a:cxnLst/>
              <a:rect l="l" t="t" r="r" b="b"/>
              <a:pathLst>
                <a:path w="2518" h="2151" extrusionOk="0">
                  <a:moveTo>
                    <a:pt x="1445" y="1"/>
                  </a:moveTo>
                  <a:cubicBezTo>
                    <a:pt x="479" y="1"/>
                    <a:pt x="0" y="1159"/>
                    <a:pt x="680" y="1838"/>
                  </a:cubicBezTo>
                  <a:cubicBezTo>
                    <a:pt x="898" y="2054"/>
                    <a:pt x="1167" y="2151"/>
                    <a:pt x="1430" y="2151"/>
                  </a:cubicBezTo>
                  <a:cubicBezTo>
                    <a:pt x="1985" y="2151"/>
                    <a:pt x="2517" y="1722"/>
                    <a:pt x="2517" y="1073"/>
                  </a:cubicBezTo>
                  <a:cubicBezTo>
                    <a:pt x="2517" y="479"/>
                    <a:pt x="2039" y="1"/>
                    <a:pt x="1445" y="1"/>
                  </a:cubicBezTo>
                  <a:close/>
                </a:path>
              </a:pathLst>
            </a:custGeom>
            <a:solidFill>
              <a:srgbClr val="364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137;p91">
              <a:extLst>
                <a:ext uri="{FF2B5EF4-FFF2-40B4-BE49-F238E27FC236}">
                  <a16:creationId xmlns:a16="http://schemas.microsoft.com/office/drawing/2014/main" id="{8090B99C-3DA2-F477-170C-6B550FD45391}"/>
                </a:ext>
              </a:extLst>
            </p:cNvPr>
            <p:cNvSpPr/>
            <p:nvPr/>
          </p:nvSpPr>
          <p:spPr>
            <a:xfrm>
              <a:off x="3288189" y="3982947"/>
              <a:ext cx="170664" cy="170664"/>
            </a:xfrm>
            <a:custGeom>
              <a:avLst/>
              <a:gdLst/>
              <a:ahLst/>
              <a:cxnLst/>
              <a:rect l="l" t="t" r="r" b="b"/>
              <a:pathLst>
                <a:path w="6499" h="6499" extrusionOk="0">
                  <a:moveTo>
                    <a:pt x="3044" y="0"/>
                  </a:moveTo>
                  <a:cubicBezTo>
                    <a:pt x="2900" y="0"/>
                    <a:pt x="2786" y="105"/>
                    <a:pt x="2757" y="239"/>
                  </a:cubicBezTo>
                  <a:lnTo>
                    <a:pt x="2613" y="976"/>
                  </a:lnTo>
                  <a:cubicBezTo>
                    <a:pt x="2431" y="1034"/>
                    <a:pt x="2250" y="1101"/>
                    <a:pt x="2087" y="1196"/>
                  </a:cubicBezTo>
                  <a:lnTo>
                    <a:pt x="1465" y="775"/>
                  </a:lnTo>
                  <a:cubicBezTo>
                    <a:pt x="1417" y="743"/>
                    <a:pt x="1362" y="728"/>
                    <a:pt x="1307" y="728"/>
                  </a:cubicBezTo>
                  <a:cubicBezTo>
                    <a:pt x="1231" y="728"/>
                    <a:pt x="1153" y="758"/>
                    <a:pt x="1092" y="814"/>
                  </a:cubicBezTo>
                  <a:lnTo>
                    <a:pt x="814" y="1101"/>
                  </a:lnTo>
                  <a:cubicBezTo>
                    <a:pt x="709" y="1196"/>
                    <a:pt x="699" y="1350"/>
                    <a:pt x="776" y="1474"/>
                  </a:cubicBezTo>
                  <a:lnTo>
                    <a:pt x="1187" y="2096"/>
                  </a:lnTo>
                  <a:cubicBezTo>
                    <a:pt x="1092" y="2259"/>
                    <a:pt x="1025" y="2431"/>
                    <a:pt x="977" y="2613"/>
                  </a:cubicBezTo>
                  <a:lnTo>
                    <a:pt x="240" y="2766"/>
                  </a:lnTo>
                  <a:cubicBezTo>
                    <a:pt x="96" y="2785"/>
                    <a:pt x="1" y="2909"/>
                    <a:pt x="1" y="3053"/>
                  </a:cubicBezTo>
                  <a:lnTo>
                    <a:pt x="1" y="3455"/>
                  </a:lnTo>
                  <a:cubicBezTo>
                    <a:pt x="1" y="3599"/>
                    <a:pt x="96" y="3713"/>
                    <a:pt x="240" y="3742"/>
                  </a:cubicBezTo>
                  <a:lnTo>
                    <a:pt x="977" y="3886"/>
                  </a:lnTo>
                  <a:cubicBezTo>
                    <a:pt x="1025" y="4067"/>
                    <a:pt x="1092" y="4249"/>
                    <a:pt x="1187" y="4412"/>
                  </a:cubicBezTo>
                  <a:lnTo>
                    <a:pt x="776" y="5034"/>
                  </a:lnTo>
                  <a:cubicBezTo>
                    <a:pt x="699" y="5149"/>
                    <a:pt x="709" y="5302"/>
                    <a:pt x="814" y="5407"/>
                  </a:cubicBezTo>
                  <a:lnTo>
                    <a:pt x="1092" y="5685"/>
                  </a:lnTo>
                  <a:cubicBezTo>
                    <a:pt x="1146" y="5744"/>
                    <a:pt x="1218" y="5773"/>
                    <a:pt x="1294" y="5773"/>
                  </a:cubicBezTo>
                  <a:cubicBezTo>
                    <a:pt x="1351" y="5773"/>
                    <a:pt x="1411" y="5756"/>
                    <a:pt x="1465" y="5723"/>
                  </a:cubicBezTo>
                  <a:lnTo>
                    <a:pt x="2087" y="5312"/>
                  </a:lnTo>
                  <a:cubicBezTo>
                    <a:pt x="2250" y="5398"/>
                    <a:pt x="2422" y="5474"/>
                    <a:pt x="2604" y="5522"/>
                  </a:cubicBezTo>
                  <a:lnTo>
                    <a:pt x="2747" y="6259"/>
                  </a:lnTo>
                  <a:cubicBezTo>
                    <a:pt x="2776" y="6403"/>
                    <a:pt x="2900" y="6498"/>
                    <a:pt x="3044" y="6498"/>
                  </a:cubicBezTo>
                  <a:lnTo>
                    <a:pt x="3446" y="6498"/>
                  </a:lnTo>
                  <a:cubicBezTo>
                    <a:pt x="3580" y="6498"/>
                    <a:pt x="3704" y="6403"/>
                    <a:pt x="3733" y="6259"/>
                  </a:cubicBezTo>
                  <a:lnTo>
                    <a:pt x="3877" y="5522"/>
                  </a:lnTo>
                  <a:cubicBezTo>
                    <a:pt x="4058" y="5474"/>
                    <a:pt x="4231" y="5398"/>
                    <a:pt x="4403" y="5312"/>
                  </a:cubicBezTo>
                  <a:lnTo>
                    <a:pt x="5025" y="5733"/>
                  </a:lnTo>
                  <a:cubicBezTo>
                    <a:pt x="5077" y="5765"/>
                    <a:pt x="5134" y="5780"/>
                    <a:pt x="5190" y="5780"/>
                  </a:cubicBezTo>
                  <a:cubicBezTo>
                    <a:pt x="5267" y="5780"/>
                    <a:pt x="5343" y="5750"/>
                    <a:pt x="5398" y="5694"/>
                  </a:cubicBezTo>
                  <a:lnTo>
                    <a:pt x="5685" y="5407"/>
                  </a:lnTo>
                  <a:cubicBezTo>
                    <a:pt x="5781" y="5302"/>
                    <a:pt x="5800" y="5149"/>
                    <a:pt x="5724" y="5034"/>
                  </a:cubicBezTo>
                  <a:lnTo>
                    <a:pt x="5303" y="4412"/>
                  </a:lnTo>
                  <a:cubicBezTo>
                    <a:pt x="5398" y="4240"/>
                    <a:pt x="5465" y="4067"/>
                    <a:pt x="5523" y="3886"/>
                  </a:cubicBezTo>
                  <a:lnTo>
                    <a:pt x="6260" y="3742"/>
                  </a:lnTo>
                  <a:cubicBezTo>
                    <a:pt x="6394" y="3713"/>
                    <a:pt x="6489" y="3589"/>
                    <a:pt x="6499" y="3455"/>
                  </a:cubicBezTo>
                  <a:lnTo>
                    <a:pt x="6499" y="3053"/>
                  </a:lnTo>
                  <a:cubicBezTo>
                    <a:pt x="6489" y="2909"/>
                    <a:pt x="6394" y="2785"/>
                    <a:pt x="6250" y="2766"/>
                  </a:cubicBezTo>
                  <a:lnTo>
                    <a:pt x="5513" y="2613"/>
                  </a:lnTo>
                  <a:cubicBezTo>
                    <a:pt x="5465" y="2431"/>
                    <a:pt x="5389" y="2259"/>
                    <a:pt x="5303" y="2096"/>
                  </a:cubicBezTo>
                  <a:lnTo>
                    <a:pt x="5714" y="1474"/>
                  </a:lnTo>
                  <a:cubicBezTo>
                    <a:pt x="5791" y="1350"/>
                    <a:pt x="5772" y="1196"/>
                    <a:pt x="5676" y="1101"/>
                  </a:cubicBezTo>
                  <a:lnTo>
                    <a:pt x="5398" y="814"/>
                  </a:lnTo>
                  <a:cubicBezTo>
                    <a:pt x="5337" y="758"/>
                    <a:pt x="5259" y="728"/>
                    <a:pt x="5183" y="728"/>
                  </a:cubicBezTo>
                  <a:cubicBezTo>
                    <a:pt x="5128" y="728"/>
                    <a:pt x="5073" y="743"/>
                    <a:pt x="5025" y="775"/>
                  </a:cubicBezTo>
                  <a:lnTo>
                    <a:pt x="4393" y="1196"/>
                  </a:lnTo>
                  <a:cubicBezTo>
                    <a:pt x="4231" y="1101"/>
                    <a:pt x="4058" y="1034"/>
                    <a:pt x="3877" y="976"/>
                  </a:cubicBezTo>
                  <a:lnTo>
                    <a:pt x="3733" y="239"/>
                  </a:lnTo>
                  <a:cubicBezTo>
                    <a:pt x="3704" y="105"/>
                    <a:pt x="3580" y="0"/>
                    <a:pt x="3446" y="0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138;p91">
              <a:extLst>
                <a:ext uri="{FF2B5EF4-FFF2-40B4-BE49-F238E27FC236}">
                  <a16:creationId xmlns:a16="http://schemas.microsoft.com/office/drawing/2014/main" id="{B44ACDCB-4760-CFFB-40BB-9B8330B975DE}"/>
                </a:ext>
              </a:extLst>
            </p:cNvPr>
            <p:cNvSpPr/>
            <p:nvPr/>
          </p:nvSpPr>
          <p:spPr>
            <a:xfrm>
              <a:off x="3316340" y="4025672"/>
              <a:ext cx="99788" cy="85371"/>
            </a:xfrm>
            <a:custGeom>
              <a:avLst/>
              <a:gdLst/>
              <a:ahLst/>
              <a:cxnLst/>
              <a:rect l="l" t="t" r="r" b="b"/>
              <a:pathLst>
                <a:path w="3800" h="3251" extrusionOk="0">
                  <a:moveTo>
                    <a:pt x="2173" y="0"/>
                  </a:moveTo>
                  <a:cubicBezTo>
                    <a:pt x="728" y="0"/>
                    <a:pt x="0" y="1751"/>
                    <a:pt x="1025" y="2775"/>
                  </a:cubicBezTo>
                  <a:cubicBezTo>
                    <a:pt x="1355" y="3103"/>
                    <a:pt x="1762" y="3250"/>
                    <a:pt x="2161" y="3250"/>
                  </a:cubicBezTo>
                  <a:cubicBezTo>
                    <a:pt x="2997" y="3250"/>
                    <a:pt x="3800" y="2605"/>
                    <a:pt x="3800" y="1627"/>
                  </a:cubicBezTo>
                  <a:cubicBezTo>
                    <a:pt x="3800" y="727"/>
                    <a:pt x="3073" y="0"/>
                    <a:pt x="2173" y="0"/>
                  </a:cubicBezTo>
                  <a:close/>
                </a:path>
              </a:pathLst>
            </a:custGeom>
            <a:solidFill>
              <a:srgbClr val="C6C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39;p91">
              <a:extLst>
                <a:ext uri="{FF2B5EF4-FFF2-40B4-BE49-F238E27FC236}">
                  <a16:creationId xmlns:a16="http://schemas.microsoft.com/office/drawing/2014/main" id="{81B41E00-FA2D-E706-D59B-0696DE02FD34}"/>
                </a:ext>
              </a:extLst>
            </p:cNvPr>
            <p:cNvSpPr/>
            <p:nvPr/>
          </p:nvSpPr>
          <p:spPr>
            <a:xfrm>
              <a:off x="3339213" y="4042741"/>
              <a:ext cx="59847" cy="51260"/>
            </a:xfrm>
            <a:custGeom>
              <a:avLst/>
              <a:gdLst/>
              <a:ahLst/>
              <a:cxnLst/>
              <a:rect l="l" t="t" r="r" b="b"/>
              <a:pathLst>
                <a:path w="2279" h="1952" extrusionOk="0">
                  <a:moveTo>
                    <a:pt x="1302" y="1"/>
                  </a:moveTo>
                  <a:cubicBezTo>
                    <a:pt x="431" y="1"/>
                    <a:pt x="0" y="1044"/>
                    <a:pt x="613" y="1666"/>
                  </a:cubicBezTo>
                  <a:cubicBezTo>
                    <a:pt x="810" y="1863"/>
                    <a:pt x="1053" y="1951"/>
                    <a:pt x="1292" y="1951"/>
                  </a:cubicBezTo>
                  <a:cubicBezTo>
                    <a:pt x="1794" y="1951"/>
                    <a:pt x="2278" y="1561"/>
                    <a:pt x="2278" y="977"/>
                  </a:cubicBezTo>
                  <a:cubicBezTo>
                    <a:pt x="2278" y="431"/>
                    <a:pt x="1838" y="1"/>
                    <a:pt x="1302" y="1"/>
                  </a:cubicBez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文字方塊 131">
            <a:extLst>
              <a:ext uri="{FF2B5EF4-FFF2-40B4-BE49-F238E27FC236}">
                <a16:creationId xmlns:a16="http://schemas.microsoft.com/office/drawing/2014/main" id="{2C1A6D54-C96C-2510-CBD3-799D4DA41BB9}"/>
              </a:ext>
            </a:extLst>
          </p:cNvPr>
          <p:cNvSpPr txBox="1"/>
          <p:nvPr/>
        </p:nvSpPr>
        <p:spPr>
          <a:xfrm>
            <a:off x="7986915" y="3466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Setting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4AC25530-2CB1-EA56-8C1B-ED1C60571DC5}"/>
              </a:ext>
            </a:extLst>
          </p:cNvPr>
          <p:cNvSpPr txBox="1"/>
          <p:nvPr/>
        </p:nvSpPr>
        <p:spPr>
          <a:xfrm>
            <a:off x="8544500" y="52076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Help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7E81FE15-A930-5297-601F-3B747ACCCA2C}"/>
              </a:ext>
            </a:extLst>
          </p:cNvPr>
          <p:cNvSpPr txBox="1"/>
          <p:nvPr/>
        </p:nvSpPr>
        <p:spPr>
          <a:xfrm>
            <a:off x="5503001" y="188557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</a:rPr>
              <a:t>$ 1400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29FB0177-A69A-5BFC-5637-EE7DC4FBB932}"/>
              </a:ext>
            </a:extLst>
          </p:cNvPr>
          <p:cNvSpPr txBox="1"/>
          <p:nvPr/>
        </p:nvSpPr>
        <p:spPr>
          <a:xfrm>
            <a:off x="3478350" y="188557"/>
            <a:ext cx="74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-120 ft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0EA6F283-3468-0998-4AC7-E5EE08AE86FE}"/>
              </a:ext>
            </a:extLst>
          </p:cNvPr>
          <p:cNvSpPr txBox="1"/>
          <p:nvPr/>
        </p:nvSpPr>
        <p:spPr>
          <a:xfrm>
            <a:off x="8074406" y="999325"/>
            <a:ext cx="532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Map</a:t>
            </a:r>
          </a:p>
        </p:txBody>
      </p:sp>
      <p:grpSp>
        <p:nvGrpSpPr>
          <p:cNvPr id="137" name="Google Shape;8148;p90">
            <a:extLst>
              <a:ext uri="{FF2B5EF4-FFF2-40B4-BE49-F238E27FC236}">
                <a16:creationId xmlns:a16="http://schemas.microsoft.com/office/drawing/2014/main" id="{D1CFF011-47EF-BB61-0401-08AA111CF05D}"/>
              </a:ext>
            </a:extLst>
          </p:cNvPr>
          <p:cNvGrpSpPr/>
          <p:nvPr/>
        </p:nvGrpSpPr>
        <p:grpSpPr>
          <a:xfrm rot="10800000">
            <a:off x="66674" y="127063"/>
            <a:ext cx="220051" cy="338169"/>
            <a:chOff x="3131170" y="3816884"/>
            <a:chExt cx="220051" cy="338169"/>
          </a:xfrm>
        </p:grpSpPr>
        <p:sp>
          <p:nvSpPr>
            <p:cNvPr id="138" name="Google Shape;8149;p90">
              <a:extLst>
                <a:ext uri="{FF2B5EF4-FFF2-40B4-BE49-F238E27FC236}">
                  <a16:creationId xmlns:a16="http://schemas.microsoft.com/office/drawing/2014/main" id="{496DE975-082D-E090-F572-00264587050D}"/>
                </a:ext>
              </a:extLst>
            </p:cNvPr>
            <p:cNvSpPr/>
            <p:nvPr/>
          </p:nvSpPr>
          <p:spPr>
            <a:xfrm>
              <a:off x="3131170" y="3816884"/>
              <a:ext cx="220051" cy="258530"/>
            </a:xfrm>
            <a:custGeom>
              <a:avLst/>
              <a:gdLst/>
              <a:ahLst/>
              <a:cxnLst/>
              <a:rect l="l" t="t" r="r" b="b"/>
              <a:pathLst>
                <a:path w="14697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10765" y="17266"/>
                  </a:lnTo>
                  <a:lnTo>
                    <a:pt x="10765" y="15437"/>
                  </a:lnTo>
                  <a:cubicBezTo>
                    <a:pt x="10765" y="15164"/>
                    <a:pt x="10870" y="14912"/>
                    <a:pt x="11060" y="14701"/>
                  </a:cubicBezTo>
                  <a:lnTo>
                    <a:pt x="14276" y="11464"/>
                  </a:lnTo>
                  <a:cubicBezTo>
                    <a:pt x="14655" y="11085"/>
                    <a:pt x="14697" y="10496"/>
                    <a:pt x="14402" y="10055"/>
                  </a:cubicBez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C1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8150;p90">
              <a:extLst>
                <a:ext uri="{FF2B5EF4-FFF2-40B4-BE49-F238E27FC236}">
                  <a16:creationId xmlns:a16="http://schemas.microsoft.com/office/drawing/2014/main" id="{A3D7539D-CDB9-A88D-5283-6549D5B038A7}"/>
                </a:ext>
              </a:extLst>
            </p:cNvPr>
            <p:cNvSpPr/>
            <p:nvPr/>
          </p:nvSpPr>
          <p:spPr>
            <a:xfrm>
              <a:off x="3131170" y="3816884"/>
              <a:ext cx="118373" cy="258530"/>
            </a:xfrm>
            <a:custGeom>
              <a:avLst/>
              <a:gdLst/>
              <a:ahLst/>
              <a:cxnLst/>
              <a:rect l="l" t="t" r="r" b="b"/>
              <a:pathLst>
                <a:path w="7906" h="17267" extrusionOk="0">
                  <a:moveTo>
                    <a:pt x="7357" y="0"/>
                  </a:moveTo>
                  <a:cubicBezTo>
                    <a:pt x="7233" y="0"/>
                    <a:pt x="7107" y="58"/>
                    <a:pt x="7023" y="173"/>
                  </a:cubicBezTo>
                  <a:lnTo>
                    <a:pt x="295" y="10055"/>
                  </a:lnTo>
                  <a:cubicBezTo>
                    <a:pt x="1" y="10496"/>
                    <a:pt x="43" y="11085"/>
                    <a:pt x="421" y="11464"/>
                  </a:cubicBezTo>
                  <a:lnTo>
                    <a:pt x="3638" y="14701"/>
                  </a:lnTo>
                  <a:cubicBezTo>
                    <a:pt x="3827" y="14912"/>
                    <a:pt x="3932" y="15164"/>
                    <a:pt x="3932" y="15437"/>
                  </a:cubicBezTo>
                  <a:lnTo>
                    <a:pt x="3932" y="17266"/>
                  </a:lnTo>
                  <a:lnTo>
                    <a:pt x="5026" y="17266"/>
                  </a:lnTo>
                  <a:lnTo>
                    <a:pt x="5026" y="15437"/>
                  </a:lnTo>
                  <a:cubicBezTo>
                    <a:pt x="5026" y="15164"/>
                    <a:pt x="4921" y="14912"/>
                    <a:pt x="4731" y="14701"/>
                  </a:cubicBezTo>
                  <a:lnTo>
                    <a:pt x="1515" y="11464"/>
                  </a:lnTo>
                  <a:cubicBezTo>
                    <a:pt x="1157" y="11085"/>
                    <a:pt x="1094" y="10496"/>
                    <a:pt x="1388" y="10055"/>
                  </a:cubicBezTo>
                  <a:lnTo>
                    <a:pt x="7906" y="510"/>
                  </a:lnTo>
                  <a:lnTo>
                    <a:pt x="7675" y="173"/>
                  </a:lnTo>
                  <a:cubicBezTo>
                    <a:pt x="7601" y="58"/>
                    <a:pt x="7480" y="0"/>
                    <a:pt x="7357" y="0"/>
                  </a:cubicBezTo>
                  <a:close/>
                </a:path>
              </a:pathLst>
            </a:custGeom>
            <a:solidFill>
              <a:srgbClr val="ADBE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8151;p90">
              <a:extLst>
                <a:ext uri="{FF2B5EF4-FFF2-40B4-BE49-F238E27FC236}">
                  <a16:creationId xmlns:a16="http://schemas.microsoft.com/office/drawing/2014/main" id="{EE095075-1701-DD18-F1A6-A0D3A25E5942}"/>
                </a:ext>
              </a:extLst>
            </p:cNvPr>
            <p:cNvSpPr/>
            <p:nvPr/>
          </p:nvSpPr>
          <p:spPr>
            <a:xfrm>
              <a:off x="3235049" y="3816884"/>
              <a:ext cx="12292" cy="179041"/>
            </a:xfrm>
            <a:custGeom>
              <a:avLst/>
              <a:gdLst/>
              <a:ahLst/>
              <a:cxnLst/>
              <a:rect l="l" t="t" r="r" b="b"/>
              <a:pathLst>
                <a:path w="821" h="11958" extrusionOk="0">
                  <a:moveTo>
                    <a:pt x="419" y="0"/>
                  </a:moveTo>
                  <a:cubicBezTo>
                    <a:pt x="295" y="0"/>
                    <a:pt x="169" y="58"/>
                    <a:pt x="85" y="173"/>
                  </a:cubicBezTo>
                  <a:lnTo>
                    <a:pt x="1" y="321"/>
                  </a:lnTo>
                  <a:lnTo>
                    <a:pt x="1" y="11548"/>
                  </a:lnTo>
                  <a:cubicBezTo>
                    <a:pt x="1" y="11821"/>
                    <a:pt x="206" y="11958"/>
                    <a:pt x="411" y="11958"/>
                  </a:cubicBezTo>
                  <a:cubicBezTo>
                    <a:pt x="616" y="11958"/>
                    <a:pt x="821" y="11821"/>
                    <a:pt x="821" y="11548"/>
                  </a:cubicBezTo>
                  <a:lnTo>
                    <a:pt x="821" y="321"/>
                  </a:lnTo>
                  <a:lnTo>
                    <a:pt x="737" y="173"/>
                  </a:lnTo>
                  <a:cubicBezTo>
                    <a:pt x="663" y="58"/>
                    <a:pt x="542" y="0"/>
                    <a:pt x="419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8152;p90">
              <a:extLst>
                <a:ext uri="{FF2B5EF4-FFF2-40B4-BE49-F238E27FC236}">
                  <a16:creationId xmlns:a16="http://schemas.microsoft.com/office/drawing/2014/main" id="{D121B1C8-1A4E-EA37-D14B-16BB45304A8B}"/>
                </a:ext>
              </a:extLst>
            </p:cNvPr>
            <p:cNvSpPr/>
            <p:nvPr/>
          </p:nvSpPr>
          <p:spPr>
            <a:xfrm>
              <a:off x="3212396" y="3974350"/>
              <a:ext cx="57929" cy="30858"/>
            </a:xfrm>
            <a:custGeom>
              <a:avLst/>
              <a:gdLst/>
              <a:ahLst/>
              <a:cxnLst/>
              <a:rect l="l" t="t" r="r" b="b"/>
              <a:pathLst>
                <a:path w="3869" h="2061" extrusionOk="0">
                  <a:moveTo>
                    <a:pt x="1367" y="0"/>
                  </a:moveTo>
                  <a:cubicBezTo>
                    <a:pt x="0" y="0"/>
                    <a:pt x="0" y="2061"/>
                    <a:pt x="1367" y="2061"/>
                  </a:cubicBezTo>
                  <a:lnTo>
                    <a:pt x="2502" y="2061"/>
                  </a:lnTo>
                  <a:cubicBezTo>
                    <a:pt x="3869" y="2061"/>
                    <a:pt x="3869" y="0"/>
                    <a:pt x="2502" y="0"/>
                  </a:cubicBezTo>
                  <a:close/>
                </a:path>
              </a:pathLst>
            </a:custGeom>
            <a:solidFill>
              <a:srgbClr val="97A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8153;p90">
              <a:extLst>
                <a:ext uri="{FF2B5EF4-FFF2-40B4-BE49-F238E27FC236}">
                  <a16:creationId xmlns:a16="http://schemas.microsoft.com/office/drawing/2014/main" id="{F456C21F-F6A4-9216-151E-E70CDE847AAB}"/>
                </a:ext>
              </a:extLst>
            </p:cNvPr>
            <p:cNvSpPr/>
            <p:nvPr/>
          </p:nvSpPr>
          <p:spPr>
            <a:xfrm>
              <a:off x="3213339" y="3981597"/>
              <a:ext cx="56042" cy="23612"/>
            </a:xfrm>
            <a:custGeom>
              <a:avLst/>
              <a:gdLst/>
              <a:ahLst/>
              <a:cxnLst/>
              <a:rect l="l" t="t" r="r" b="b"/>
              <a:pathLst>
                <a:path w="3743" h="1577" extrusionOk="0">
                  <a:moveTo>
                    <a:pt x="442" y="0"/>
                  </a:moveTo>
                  <a:lnTo>
                    <a:pt x="442" y="0"/>
                  </a:lnTo>
                  <a:cubicBezTo>
                    <a:pt x="0" y="694"/>
                    <a:pt x="484" y="1577"/>
                    <a:pt x="1304" y="1577"/>
                  </a:cubicBezTo>
                  <a:lnTo>
                    <a:pt x="2439" y="1577"/>
                  </a:lnTo>
                  <a:cubicBezTo>
                    <a:pt x="3238" y="1577"/>
                    <a:pt x="3742" y="694"/>
                    <a:pt x="3301" y="0"/>
                  </a:cubicBezTo>
                  <a:lnTo>
                    <a:pt x="3301" y="0"/>
                  </a:lnTo>
                  <a:cubicBezTo>
                    <a:pt x="3112" y="294"/>
                    <a:pt x="2775" y="484"/>
                    <a:pt x="2439" y="484"/>
                  </a:cubicBezTo>
                  <a:lnTo>
                    <a:pt x="1304" y="484"/>
                  </a:lnTo>
                  <a:cubicBezTo>
                    <a:pt x="946" y="484"/>
                    <a:pt x="610" y="294"/>
                    <a:pt x="442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8154;p90">
              <a:extLst>
                <a:ext uri="{FF2B5EF4-FFF2-40B4-BE49-F238E27FC236}">
                  <a16:creationId xmlns:a16="http://schemas.microsoft.com/office/drawing/2014/main" id="{04E54094-EBBC-C54F-D661-B58571CBBA62}"/>
                </a:ext>
              </a:extLst>
            </p:cNvPr>
            <p:cNvSpPr/>
            <p:nvPr/>
          </p:nvSpPr>
          <p:spPr>
            <a:xfrm>
              <a:off x="3199804" y="4118834"/>
              <a:ext cx="83112" cy="36218"/>
            </a:xfrm>
            <a:custGeom>
              <a:avLst/>
              <a:gdLst/>
              <a:ahLst/>
              <a:cxnLst/>
              <a:rect l="l" t="t" r="r" b="b"/>
              <a:pathLst>
                <a:path w="5551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4962" y="2418"/>
                  </a:lnTo>
                  <a:cubicBezTo>
                    <a:pt x="5277" y="2418"/>
                    <a:pt x="5551" y="2145"/>
                    <a:pt x="5551" y="1830"/>
                  </a:cubicBezTo>
                  <a:lnTo>
                    <a:pt x="555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8155;p90">
              <a:extLst>
                <a:ext uri="{FF2B5EF4-FFF2-40B4-BE49-F238E27FC236}">
                  <a16:creationId xmlns:a16="http://schemas.microsoft.com/office/drawing/2014/main" id="{D11960DD-BF0A-EB60-E3C1-B56AC989462E}"/>
                </a:ext>
              </a:extLst>
            </p:cNvPr>
            <p:cNvSpPr/>
            <p:nvPr/>
          </p:nvSpPr>
          <p:spPr>
            <a:xfrm>
              <a:off x="3199804" y="4118834"/>
              <a:ext cx="25199" cy="36218"/>
            </a:xfrm>
            <a:custGeom>
              <a:avLst/>
              <a:gdLst/>
              <a:ahLst/>
              <a:cxnLst/>
              <a:rect l="l" t="t" r="r" b="b"/>
              <a:pathLst>
                <a:path w="1683" h="2419" extrusionOk="0">
                  <a:moveTo>
                    <a:pt x="0" y="1"/>
                  </a:moveTo>
                  <a:lnTo>
                    <a:pt x="0" y="1830"/>
                  </a:lnTo>
                  <a:cubicBezTo>
                    <a:pt x="0" y="2145"/>
                    <a:pt x="252" y="2418"/>
                    <a:pt x="589" y="2418"/>
                  </a:cubicBezTo>
                  <a:lnTo>
                    <a:pt x="1682" y="2418"/>
                  </a:lnTo>
                  <a:cubicBezTo>
                    <a:pt x="1346" y="2418"/>
                    <a:pt x="1072" y="2145"/>
                    <a:pt x="1093" y="1830"/>
                  </a:cubicBezTo>
                  <a:lnTo>
                    <a:pt x="1093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156;p90">
              <a:extLst>
                <a:ext uri="{FF2B5EF4-FFF2-40B4-BE49-F238E27FC236}">
                  <a16:creationId xmlns:a16="http://schemas.microsoft.com/office/drawing/2014/main" id="{66D2F1E9-DFBA-DB81-20DD-508A05723915}"/>
                </a:ext>
              </a:extLst>
            </p:cNvPr>
            <p:cNvSpPr/>
            <p:nvPr/>
          </p:nvSpPr>
          <p:spPr>
            <a:xfrm>
              <a:off x="3176192" y="4074770"/>
              <a:ext cx="130021" cy="44708"/>
            </a:xfrm>
            <a:custGeom>
              <a:avLst/>
              <a:gdLst/>
              <a:ahLst/>
              <a:cxnLst/>
              <a:rect l="l" t="t" r="r" b="b"/>
              <a:pathLst>
                <a:path w="8684" h="2986" extrusionOk="0">
                  <a:moveTo>
                    <a:pt x="652" y="0"/>
                  </a:moveTo>
                  <a:cubicBezTo>
                    <a:pt x="295" y="0"/>
                    <a:pt x="0" y="295"/>
                    <a:pt x="0" y="652"/>
                  </a:cubicBezTo>
                  <a:lnTo>
                    <a:pt x="0" y="2334"/>
                  </a:lnTo>
                  <a:cubicBezTo>
                    <a:pt x="0" y="2691"/>
                    <a:pt x="295" y="2986"/>
                    <a:pt x="652" y="2986"/>
                  </a:cubicBezTo>
                  <a:lnTo>
                    <a:pt x="8011" y="2986"/>
                  </a:lnTo>
                  <a:cubicBezTo>
                    <a:pt x="8389" y="2986"/>
                    <a:pt x="8683" y="2691"/>
                    <a:pt x="8683" y="2334"/>
                  </a:cubicBezTo>
                  <a:lnTo>
                    <a:pt x="8683" y="673"/>
                  </a:lnTo>
                  <a:cubicBezTo>
                    <a:pt x="8683" y="295"/>
                    <a:pt x="8389" y="0"/>
                    <a:pt x="8011" y="0"/>
                  </a:cubicBez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157;p90">
              <a:extLst>
                <a:ext uri="{FF2B5EF4-FFF2-40B4-BE49-F238E27FC236}">
                  <a16:creationId xmlns:a16="http://schemas.microsoft.com/office/drawing/2014/main" id="{87F3DD6F-DE89-61A4-0FEB-C9C4B28B38AF}"/>
                </a:ext>
              </a:extLst>
            </p:cNvPr>
            <p:cNvSpPr/>
            <p:nvPr/>
          </p:nvSpPr>
          <p:spPr>
            <a:xfrm>
              <a:off x="3176192" y="4093336"/>
              <a:ext cx="130021" cy="26142"/>
            </a:xfrm>
            <a:custGeom>
              <a:avLst/>
              <a:gdLst/>
              <a:ahLst/>
              <a:cxnLst/>
              <a:rect l="l" t="t" r="r" b="b"/>
              <a:pathLst>
                <a:path w="8684" h="1746" extrusionOk="0">
                  <a:moveTo>
                    <a:pt x="0" y="1"/>
                  </a:moveTo>
                  <a:lnTo>
                    <a:pt x="0" y="1094"/>
                  </a:lnTo>
                  <a:cubicBezTo>
                    <a:pt x="0" y="1451"/>
                    <a:pt x="295" y="1746"/>
                    <a:pt x="652" y="1746"/>
                  </a:cubicBezTo>
                  <a:lnTo>
                    <a:pt x="8011" y="1746"/>
                  </a:lnTo>
                  <a:cubicBezTo>
                    <a:pt x="8389" y="1746"/>
                    <a:pt x="8683" y="1451"/>
                    <a:pt x="8683" y="1094"/>
                  </a:cubicBezTo>
                  <a:lnTo>
                    <a:pt x="8683" y="1"/>
                  </a:lnTo>
                  <a:cubicBezTo>
                    <a:pt x="8683" y="358"/>
                    <a:pt x="8389" y="652"/>
                    <a:pt x="8011" y="652"/>
                  </a:cubicBezTo>
                  <a:lnTo>
                    <a:pt x="652" y="652"/>
                  </a:lnTo>
                  <a:cubicBezTo>
                    <a:pt x="295" y="652"/>
                    <a:pt x="0" y="358"/>
                    <a:pt x="0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8158;p90">
            <a:extLst>
              <a:ext uri="{FF2B5EF4-FFF2-40B4-BE49-F238E27FC236}">
                <a16:creationId xmlns:a16="http://schemas.microsoft.com/office/drawing/2014/main" id="{2DF285B2-C13B-3CB4-38ED-0962F8230C43}"/>
              </a:ext>
            </a:extLst>
          </p:cNvPr>
          <p:cNvGrpSpPr/>
          <p:nvPr/>
        </p:nvGrpSpPr>
        <p:grpSpPr>
          <a:xfrm>
            <a:off x="46143" y="661840"/>
            <a:ext cx="247990" cy="333393"/>
            <a:chOff x="903502" y="3359564"/>
            <a:chExt cx="247990" cy="333393"/>
          </a:xfrm>
        </p:grpSpPr>
        <p:sp>
          <p:nvSpPr>
            <p:cNvPr id="148" name="Google Shape;8159;p90">
              <a:extLst>
                <a:ext uri="{FF2B5EF4-FFF2-40B4-BE49-F238E27FC236}">
                  <a16:creationId xmlns:a16="http://schemas.microsoft.com/office/drawing/2014/main" id="{842FD519-8837-A7BC-F6B1-499EA88B7490}"/>
                </a:ext>
              </a:extLst>
            </p:cNvPr>
            <p:cNvSpPr/>
            <p:nvPr/>
          </p:nvSpPr>
          <p:spPr>
            <a:xfrm>
              <a:off x="903502" y="3364610"/>
              <a:ext cx="247930" cy="328347"/>
            </a:xfrm>
            <a:custGeom>
              <a:avLst/>
              <a:gdLst/>
              <a:ahLst/>
              <a:cxnLst/>
              <a:rect l="l" t="t" r="r" b="b"/>
              <a:pathLst>
                <a:path w="16559" h="21930" extrusionOk="0">
                  <a:moveTo>
                    <a:pt x="6135" y="0"/>
                  </a:moveTo>
                  <a:lnTo>
                    <a:pt x="6135" y="9272"/>
                  </a:lnTo>
                  <a:cubicBezTo>
                    <a:pt x="6135" y="9503"/>
                    <a:pt x="6072" y="9735"/>
                    <a:pt x="5967" y="9945"/>
                  </a:cubicBezTo>
                  <a:lnTo>
                    <a:pt x="416" y="20352"/>
                  </a:lnTo>
                  <a:cubicBezTo>
                    <a:pt x="1" y="21058"/>
                    <a:pt x="509" y="21929"/>
                    <a:pt x="1313" y="21929"/>
                  </a:cubicBezTo>
                  <a:cubicBezTo>
                    <a:pt x="1322" y="21929"/>
                    <a:pt x="1332" y="21929"/>
                    <a:pt x="1341" y="21929"/>
                  </a:cubicBezTo>
                  <a:lnTo>
                    <a:pt x="15217" y="21929"/>
                  </a:lnTo>
                  <a:cubicBezTo>
                    <a:pt x="15227" y="21929"/>
                    <a:pt x="15236" y="21929"/>
                    <a:pt x="15246" y="21929"/>
                  </a:cubicBezTo>
                  <a:cubicBezTo>
                    <a:pt x="16049" y="21929"/>
                    <a:pt x="16558" y="21058"/>
                    <a:pt x="16163" y="20352"/>
                  </a:cubicBezTo>
                  <a:lnTo>
                    <a:pt x="10592" y="9945"/>
                  </a:lnTo>
                  <a:cubicBezTo>
                    <a:pt x="10487" y="9735"/>
                    <a:pt x="10424" y="9503"/>
                    <a:pt x="10424" y="9272"/>
                  </a:cubicBezTo>
                  <a:lnTo>
                    <a:pt x="1042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8160;p90">
              <a:extLst>
                <a:ext uri="{FF2B5EF4-FFF2-40B4-BE49-F238E27FC236}">
                  <a16:creationId xmlns:a16="http://schemas.microsoft.com/office/drawing/2014/main" id="{CD6F5311-2334-D2C4-AD13-7A29F46419A0}"/>
                </a:ext>
              </a:extLst>
            </p:cNvPr>
            <p:cNvSpPr/>
            <p:nvPr/>
          </p:nvSpPr>
          <p:spPr>
            <a:xfrm>
              <a:off x="1032175" y="3364610"/>
              <a:ext cx="119316" cy="328347"/>
            </a:xfrm>
            <a:custGeom>
              <a:avLst/>
              <a:gdLst/>
              <a:ahLst/>
              <a:cxnLst/>
              <a:rect l="l" t="t" r="r" b="b"/>
              <a:pathLst>
                <a:path w="7969" h="21930" extrusionOk="0">
                  <a:moveTo>
                    <a:pt x="1" y="0"/>
                  </a:moveTo>
                  <a:lnTo>
                    <a:pt x="1" y="9398"/>
                  </a:lnTo>
                  <a:cubicBezTo>
                    <a:pt x="1" y="9545"/>
                    <a:pt x="43" y="9693"/>
                    <a:pt x="106" y="9840"/>
                  </a:cubicBezTo>
                  <a:lnTo>
                    <a:pt x="5740" y="20352"/>
                  </a:lnTo>
                  <a:cubicBezTo>
                    <a:pt x="6151" y="21050"/>
                    <a:pt x="5639" y="21908"/>
                    <a:pt x="4851" y="21929"/>
                  </a:cubicBezTo>
                  <a:lnTo>
                    <a:pt x="6644" y="21929"/>
                  </a:lnTo>
                  <a:cubicBezTo>
                    <a:pt x="7464" y="21929"/>
                    <a:pt x="7969" y="21067"/>
                    <a:pt x="7569" y="20352"/>
                  </a:cubicBezTo>
                  <a:lnTo>
                    <a:pt x="1998" y="9945"/>
                  </a:lnTo>
                  <a:cubicBezTo>
                    <a:pt x="1893" y="9735"/>
                    <a:pt x="1830" y="9503"/>
                    <a:pt x="1830" y="9272"/>
                  </a:cubicBezTo>
                  <a:lnTo>
                    <a:pt x="1830" y="0"/>
                  </a:lnTo>
                  <a:close/>
                  <a:moveTo>
                    <a:pt x="4794" y="21929"/>
                  </a:moveTo>
                  <a:cubicBezTo>
                    <a:pt x="4804" y="21929"/>
                    <a:pt x="4813" y="21929"/>
                    <a:pt x="4823" y="21929"/>
                  </a:cubicBezTo>
                  <a:cubicBezTo>
                    <a:pt x="4832" y="21929"/>
                    <a:pt x="4842" y="21929"/>
                    <a:pt x="4851" y="21929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8161;p90">
              <a:extLst>
                <a:ext uri="{FF2B5EF4-FFF2-40B4-BE49-F238E27FC236}">
                  <a16:creationId xmlns:a16="http://schemas.microsoft.com/office/drawing/2014/main" id="{40D2AA5E-FC26-299A-5367-55C5A44BF478}"/>
                </a:ext>
              </a:extLst>
            </p:cNvPr>
            <p:cNvSpPr/>
            <p:nvPr/>
          </p:nvSpPr>
          <p:spPr>
            <a:xfrm>
              <a:off x="953480" y="3587460"/>
              <a:ext cx="147958" cy="77782"/>
            </a:xfrm>
            <a:custGeom>
              <a:avLst/>
              <a:gdLst/>
              <a:ahLst/>
              <a:cxnLst/>
              <a:rect l="l" t="t" r="r" b="b"/>
              <a:pathLst>
                <a:path w="9882" h="5195" extrusionOk="0">
                  <a:moveTo>
                    <a:pt x="4928" y="0"/>
                  </a:moveTo>
                  <a:cubicBezTo>
                    <a:pt x="4207" y="0"/>
                    <a:pt x="3485" y="85"/>
                    <a:pt x="2776" y="254"/>
                  </a:cubicBezTo>
                  <a:cubicBezTo>
                    <a:pt x="2523" y="296"/>
                    <a:pt x="2313" y="464"/>
                    <a:pt x="2187" y="695"/>
                  </a:cubicBezTo>
                  <a:lnTo>
                    <a:pt x="169" y="4501"/>
                  </a:lnTo>
                  <a:cubicBezTo>
                    <a:pt x="1" y="4816"/>
                    <a:pt x="211" y="5195"/>
                    <a:pt x="568" y="5195"/>
                  </a:cubicBezTo>
                  <a:lnTo>
                    <a:pt x="9314" y="5195"/>
                  </a:lnTo>
                  <a:cubicBezTo>
                    <a:pt x="9672" y="5195"/>
                    <a:pt x="9882" y="4816"/>
                    <a:pt x="9735" y="4522"/>
                  </a:cubicBezTo>
                  <a:lnTo>
                    <a:pt x="7716" y="716"/>
                  </a:lnTo>
                  <a:cubicBezTo>
                    <a:pt x="7590" y="464"/>
                    <a:pt x="7359" y="296"/>
                    <a:pt x="7086" y="254"/>
                  </a:cubicBezTo>
                  <a:lnTo>
                    <a:pt x="6791" y="191"/>
                  </a:lnTo>
                  <a:cubicBezTo>
                    <a:pt x="6176" y="64"/>
                    <a:pt x="5552" y="0"/>
                    <a:pt x="4928" y="0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162;p90">
              <a:extLst>
                <a:ext uri="{FF2B5EF4-FFF2-40B4-BE49-F238E27FC236}">
                  <a16:creationId xmlns:a16="http://schemas.microsoft.com/office/drawing/2014/main" id="{698D463A-D8FF-58EA-EE2E-EF304F33E7BA}"/>
                </a:ext>
              </a:extLst>
            </p:cNvPr>
            <p:cNvSpPr/>
            <p:nvPr/>
          </p:nvSpPr>
          <p:spPr>
            <a:xfrm>
              <a:off x="1013295" y="3587490"/>
              <a:ext cx="88473" cy="77752"/>
            </a:xfrm>
            <a:custGeom>
              <a:avLst/>
              <a:gdLst/>
              <a:ahLst/>
              <a:cxnLst/>
              <a:rect l="l" t="t" r="r" b="b"/>
              <a:pathLst>
                <a:path w="5909" h="5193" extrusionOk="0">
                  <a:moveTo>
                    <a:pt x="906" y="0"/>
                  </a:moveTo>
                  <a:cubicBezTo>
                    <a:pt x="603" y="0"/>
                    <a:pt x="300" y="14"/>
                    <a:pt x="0" y="42"/>
                  </a:cubicBezTo>
                  <a:cubicBezTo>
                    <a:pt x="316" y="84"/>
                    <a:pt x="631" y="126"/>
                    <a:pt x="967" y="189"/>
                  </a:cubicBezTo>
                  <a:lnTo>
                    <a:pt x="1262" y="252"/>
                  </a:lnTo>
                  <a:cubicBezTo>
                    <a:pt x="1535" y="294"/>
                    <a:pt x="1766" y="462"/>
                    <a:pt x="1892" y="714"/>
                  </a:cubicBezTo>
                  <a:lnTo>
                    <a:pt x="3911" y="4499"/>
                  </a:lnTo>
                  <a:cubicBezTo>
                    <a:pt x="4079" y="4814"/>
                    <a:pt x="3848" y="5193"/>
                    <a:pt x="3490" y="5193"/>
                  </a:cubicBezTo>
                  <a:lnTo>
                    <a:pt x="5340" y="5193"/>
                  </a:lnTo>
                  <a:cubicBezTo>
                    <a:pt x="5677" y="5172"/>
                    <a:pt x="5908" y="4793"/>
                    <a:pt x="5740" y="4499"/>
                  </a:cubicBezTo>
                  <a:lnTo>
                    <a:pt x="3721" y="714"/>
                  </a:lnTo>
                  <a:cubicBezTo>
                    <a:pt x="3595" y="462"/>
                    <a:pt x="3364" y="294"/>
                    <a:pt x="3091" y="252"/>
                  </a:cubicBezTo>
                  <a:lnTo>
                    <a:pt x="2796" y="189"/>
                  </a:lnTo>
                  <a:cubicBezTo>
                    <a:pt x="2172" y="61"/>
                    <a:pt x="1537" y="0"/>
                    <a:pt x="906" y="0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8163;p90">
              <a:extLst>
                <a:ext uri="{FF2B5EF4-FFF2-40B4-BE49-F238E27FC236}">
                  <a16:creationId xmlns:a16="http://schemas.microsoft.com/office/drawing/2014/main" id="{658E394B-D9D1-8A2E-D61D-902ACA455452}"/>
                </a:ext>
              </a:extLst>
            </p:cNvPr>
            <p:cNvSpPr/>
            <p:nvPr/>
          </p:nvSpPr>
          <p:spPr>
            <a:xfrm>
              <a:off x="1048226" y="3630282"/>
              <a:ext cx="19854" cy="17323"/>
            </a:xfrm>
            <a:custGeom>
              <a:avLst/>
              <a:gdLst/>
              <a:ahLst/>
              <a:cxnLst/>
              <a:rect l="l" t="t" r="r" b="b"/>
              <a:pathLst>
                <a:path w="1326" h="1157" extrusionOk="0">
                  <a:moveTo>
                    <a:pt x="758" y="1"/>
                  </a:moveTo>
                  <a:cubicBezTo>
                    <a:pt x="253" y="1"/>
                    <a:pt x="1" y="632"/>
                    <a:pt x="358" y="989"/>
                  </a:cubicBezTo>
                  <a:cubicBezTo>
                    <a:pt x="474" y="1105"/>
                    <a:pt x="616" y="1157"/>
                    <a:pt x="756" y="1157"/>
                  </a:cubicBezTo>
                  <a:cubicBezTo>
                    <a:pt x="1047" y="1157"/>
                    <a:pt x="1325" y="931"/>
                    <a:pt x="1325" y="590"/>
                  </a:cubicBezTo>
                  <a:cubicBezTo>
                    <a:pt x="1325" y="274"/>
                    <a:pt x="1073" y="1"/>
                    <a:pt x="758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8164;p90">
              <a:extLst>
                <a:ext uri="{FF2B5EF4-FFF2-40B4-BE49-F238E27FC236}">
                  <a16:creationId xmlns:a16="http://schemas.microsoft.com/office/drawing/2014/main" id="{A29658CE-663F-0E45-32C2-BB1D86DE68A0}"/>
                </a:ext>
              </a:extLst>
            </p:cNvPr>
            <p:cNvSpPr/>
            <p:nvPr/>
          </p:nvSpPr>
          <p:spPr>
            <a:xfrm>
              <a:off x="1056101" y="3630282"/>
              <a:ext cx="12682" cy="17173"/>
            </a:xfrm>
            <a:custGeom>
              <a:avLst/>
              <a:gdLst/>
              <a:ahLst/>
              <a:cxnLst/>
              <a:rect l="l" t="t" r="r" b="b"/>
              <a:pathLst>
                <a:path w="847" h="1147" extrusionOk="0">
                  <a:moveTo>
                    <a:pt x="232" y="1"/>
                  </a:moveTo>
                  <a:cubicBezTo>
                    <a:pt x="169" y="1"/>
                    <a:pt x="85" y="22"/>
                    <a:pt x="0" y="64"/>
                  </a:cubicBezTo>
                  <a:cubicBezTo>
                    <a:pt x="484" y="253"/>
                    <a:pt x="484" y="905"/>
                    <a:pt x="0" y="1115"/>
                  </a:cubicBezTo>
                  <a:cubicBezTo>
                    <a:pt x="55" y="1137"/>
                    <a:pt x="106" y="1147"/>
                    <a:pt x="154" y="1147"/>
                  </a:cubicBezTo>
                  <a:cubicBezTo>
                    <a:pt x="671" y="1147"/>
                    <a:pt x="847" y="22"/>
                    <a:pt x="232" y="22"/>
                  </a:cubicBezTo>
                  <a:lnTo>
                    <a:pt x="232" y="1"/>
                  </a:ln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165;p90">
              <a:extLst>
                <a:ext uri="{FF2B5EF4-FFF2-40B4-BE49-F238E27FC236}">
                  <a16:creationId xmlns:a16="http://schemas.microsoft.com/office/drawing/2014/main" id="{6FAFC3B1-CC1E-1DD6-9722-B98E7E7E6740}"/>
                </a:ext>
              </a:extLst>
            </p:cNvPr>
            <p:cNvSpPr/>
            <p:nvPr/>
          </p:nvSpPr>
          <p:spPr>
            <a:xfrm>
              <a:off x="981493" y="3635013"/>
              <a:ext cx="19854" cy="16994"/>
            </a:xfrm>
            <a:custGeom>
              <a:avLst/>
              <a:gdLst/>
              <a:ahLst/>
              <a:cxnLst/>
              <a:rect l="l" t="t" r="r" b="b"/>
              <a:pathLst>
                <a:path w="1326" h="1135" extrusionOk="0">
                  <a:moveTo>
                    <a:pt x="758" y="0"/>
                  </a:moveTo>
                  <a:cubicBezTo>
                    <a:pt x="253" y="0"/>
                    <a:pt x="1" y="610"/>
                    <a:pt x="358" y="967"/>
                  </a:cubicBezTo>
                  <a:cubicBezTo>
                    <a:pt x="474" y="1083"/>
                    <a:pt x="616" y="1135"/>
                    <a:pt x="755" y="1135"/>
                  </a:cubicBezTo>
                  <a:cubicBezTo>
                    <a:pt x="1047" y="1135"/>
                    <a:pt x="1325" y="909"/>
                    <a:pt x="1325" y="568"/>
                  </a:cubicBezTo>
                  <a:cubicBezTo>
                    <a:pt x="1325" y="253"/>
                    <a:pt x="1073" y="0"/>
                    <a:pt x="758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8166;p90">
              <a:extLst>
                <a:ext uri="{FF2B5EF4-FFF2-40B4-BE49-F238E27FC236}">
                  <a16:creationId xmlns:a16="http://schemas.microsoft.com/office/drawing/2014/main" id="{318636D8-F65B-AF10-E85F-E2789F2BF844}"/>
                </a:ext>
              </a:extLst>
            </p:cNvPr>
            <p:cNvSpPr/>
            <p:nvPr/>
          </p:nvSpPr>
          <p:spPr>
            <a:xfrm>
              <a:off x="989369" y="3635013"/>
              <a:ext cx="12682" cy="16844"/>
            </a:xfrm>
            <a:custGeom>
              <a:avLst/>
              <a:gdLst/>
              <a:ahLst/>
              <a:cxnLst/>
              <a:rect l="l" t="t" r="r" b="b"/>
              <a:pathLst>
                <a:path w="847" h="1125" extrusionOk="0">
                  <a:moveTo>
                    <a:pt x="232" y="0"/>
                  </a:moveTo>
                  <a:cubicBezTo>
                    <a:pt x="169" y="0"/>
                    <a:pt x="84" y="0"/>
                    <a:pt x="0" y="42"/>
                  </a:cubicBezTo>
                  <a:cubicBezTo>
                    <a:pt x="484" y="231"/>
                    <a:pt x="484" y="904"/>
                    <a:pt x="0" y="1093"/>
                  </a:cubicBezTo>
                  <a:cubicBezTo>
                    <a:pt x="54" y="1115"/>
                    <a:pt x="106" y="1125"/>
                    <a:pt x="154" y="1125"/>
                  </a:cubicBezTo>
                  <a:cubicBezTo>
                    <a:pt x="671" y="1125"/>
                    <a:pt x="847" y="0"/>
                    <a:pt x="232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8167;p90">
              <a:extLst>
                <a:ext uri="{FF2B5EF4-FFF2-40B4-BE49-F238E27FC236}">
                  <a16:creationId xmlns:a16="http://schemas.microsoft.com/office/drawing/2014/main" id="{84144301-EA28-8CE4-FE6F-4DA3B99B55CC}"/>
                </a:ext>
              </a:extLst>
            </p:cNvPr>
            <p:cNvSpPr/>
            <p:nvPr/>
          </p:nvSpPr>
          <p:spPr>
            <a:xfrm>
              <a:off x="1008249" y="3606041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21" y="1178"/>
                  </a:cubicBezTo>
                  <a:cubicBezTo>
                    <a:pt x="564" y="1314"/>
                    <a:pt x="738" y="1376"/>
                    <a:pt x="907" y="1376"/>
                  </a:cubicBezTo>
                  <a:cubicBezTo>
                    <a:pt x="1262" y="1376"/>
                    <a:pt x="1599" y="1107"/>
                    <a:pt x="1599" y="695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168;p90">
              <a:extLst>
                <a:ext uri="{FF2B5EF4-FFF2-40B4-BE49-F238E27FC236}">
                  <a16:creationId xmlns:a16="http://schemas.microsoft.com/office/drawing/2014/main" id="{E204087B-209F-8BCB-A459-616F24C4629C}"/>
                </a:ext>
              </a:extLst>
            </p:cNvPr>
            <p:cNvSpPr/>
            <p:nvPr/>
          </p:nvSpPr>
          <p:spPr>
            <a:xfrm>
              <a:off x="1018011" y="3606041"/>
              <a:ext cx="14179" cy="20662"/>
            </a:xfrm>
            <a:custGeom>
              <a:avLst/>
              <a:gdLst/>
              <a:ahLst/>
              <a:cxnLst/>
              <a:rect l="l" t="t" r="r" b="b"/>
              <a:pathLst>
                <a:path w="947" h="1380" extrusionOk="0">
                  <a:moveTo>
                    <a:pt x="278" y="0"/>
                  </a:moveTo>
                  <a:cubicBezTo>
                    <a:pt x="186" y="0"/>
                    <a:pt x="92" y="20"/>
                    <a:pt x="1" y="64"/>
                  </a:cubicBezTo>
                  <a:cubicBezTo>
                    <a:pt x="547" y="295"/>
                    <a:pt x="547" y="1073"/>
                    <a:pt x="1" y="1326"/>
                  </a:cubicBezTo>
                  <a:cubicBezTo>
                    <a:pt x="86" y="1362"/>
                    <a:pt x="174" y="1379"/>
                    <a:pt x="260" y="1379"/>
                  </a:cubicBezTo>
                  <a:cubicBezTo>
                    <a:pt x="618" y="1379"/>
                    <a:pt x="947" y="1085"/>
                    <a:pt x="947" y="695"/>
                  </a:cubicBezTo>
                  <a:cubicBezTo>
                    <a:pt x="947" y="295"/>
                    <a:pt x="629" y="0"/>
                    <a:pt x="278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8169;p90">
              <a:extLst>
                <a:ext uri="{FF2B5EF4-FFF2-40B4-BE49-F238E27FC236}">
                  <a16:creationId xmlns:a16="http://schemas.microsoft.com/office/drawing/2014/main" id="{2F1EE447-5C47-CDCA-FAD2-314091D4F912}"/>
                </a:ext>
              </a:extLst>
            </p:cNvPr>
            <p:cNvSpPr/>
            <p:nvPr/>
          </p:nvSpPr>
          <p:spPr>
            <a:xfrm>
              <a:off x="995657" y="3550329"/>
              <a:ext cx="24255" cy="20602"/>
            </a:xfrm>
            <a:custGeom>
              <a:avLst/>
              <a:gdLst/>
              <a:ahLst/>
              <a:cxnLst/>
              <a:rect l="l" t="t" r="r" b="b"/>
              <a:pathLst>
                <a:path w="1620" h="1376" extrusionOk="0">
                  <a:moveTo>
                    <a:pt x="926" y="1"/>
                  </a:moveTo>
                  <a:cubicBezTo>
                    <a:pt x="316" y="1"/>
                    <a:pt x="1" y="737"/>
                    <a:pt x="442" y="1178"/>
                  </a:cubicBezTo>
                  <a:cubicBezTo>
                    <a:pt x="578" y="1314"/>
                    <a:pt x="747" y="1375"/>
                    <a:pt x="914" y="1375"/>
                  </a:cubicBezTo>
                  <a:cubicBezTo>
                    <a:pt x="1264" y="1375"/>
                    <a:pt x="1605" y="1107"/>
                    <a:pt x="1620" y="694"/>
                  </a:cubicBezTo>
                  <a:cubicBezTo>
                    <a:pt x="1620" y="316"/>
                    <a:pt x="1304" y="1"/>
                    <a:pt x="926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8170;p90">
              <a:extLst>
                <a:ext uri="{FF2B5EF4-FFF2-40B4-BE49-F238E27FC236}">
                  <a16:creationId xmlns:a16="http://schemas.microsoft.com/office/drawing/2014/main" id="{4C9BABA3-4DA0-8D2C-1E35-DC1CCA1C1C07}"/>
                </a:ext>
              </a:extLst>
            </p:cNvPr>
            <p:cNvSpPr/>
            <p:nvPr/>
          </p:nvSpPr>
          <p:spPr>
            <a:xfrm>
              <a:off x="1004790" y="3550329"/>
              <a:ext cx="15751" cy="20363"/>
            </a:xfrm>
            <a:custGeom>
              <a:avLst/>
              <a:gdLst/>
              <a:ahLst/>
              <a:cxnLst/>
              <a:rect l="l" t="t" r="r" b="b"/>
              <a:pathLst>
                <a:path w="1052" h="1360" extrusionOk="0">
                  <a:moveTo>
                    <a:pt x="316" y="1"/>
                  </a:moveTo>
                  <a:cubicBezTo>
                    <a:pt x="211" y="1"/>
                    <a:pt x="106" y="22"/>
                    <a:pt x="1" y="64"/>
                  </a:cubicBezTo>
                  <a:cubicBezTo>
                    <a:pt x="526" y="316"/>
                    <a:pt x="526" y="1052"/>
                    <a:pt x="1" y="1304"/>
                  </a:cubicBezTo>
                  <a:cubicBezTo>
                    <a:pt x="90" y="1342"/>
                    <a:pt x="182" y="1359"/>
                    <a:pt x="273" y="1359"/>
                  </a:cubicBezTo>
                  <a:cubicBezTo>
                    <a:pt x="588" y="1359"/>
                    <a:pt x="881" y="1147"/>
                    <a:pt x="947" y="821"/>
                  </a:cubicBezTo>
                  <a:cubicBezTo>
                    <a:pt x="1052" y="400"/>
                    <a:pt x="736" y="1"/>
                    <a:pt x="316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8171;p90">
              <a:extLst>
                <a:ext uri="{FF2B5EF4-FFF2-40B4-BE49-F238E27FC236}">
                  <a16:creationId xmlns:a16="http://schemas.microsoft.com/office/drawing/2014/main" id="{B7CBD005-8D2A-DB62-4707-22F639BD1719}"/>
                </a:ext>
              </a:extLst>
            </p:cNvPr>
            <p:cNvSpPr/>
            <p:nvPr/>
          </p:nvSpPr>
          <p:spPr>
            <a:xfrm>
              <a:off x="1026830" y="3523558"/>
              <a:ext cx="23941" cy="20437"/>
            </a:xfrm>
            <a:custGeom>
              <a:avLst/>
              <a:gdLst/>
              <a:ahLst/>
              <a:cxnLst/>
              <a:rect l="l" t="t" r="r" b="b"/>
              <a:pathLst>
                <a:path w="1599" h="1365" extrusionOk="0">
                  <a:moveTo>
                    <a:pt x="940" y="1"/>
                  </a:moveTo>
                  <a:cubicBezTo>
                    <a:pt x="928" y="1"/>
                    <a:pt x="916" y="1"/>
                    <a:pt x="904" y="2"/>
                  </a:cubicBezTo>
                  <a:cubicBezTo>
                    <a:pt x="295" y="2"/>
                    <a:pt x="0" y="737"/>
                    <a:pt x="421" y="1158"/>
                  </a:cubicBezTo>
                  <a:cubicBezTo>
                    <a:pt x="564" y="1301"/>
                    <a:pt x="737" y="1364"/>
                    <a:pt x="907" y="1364"/>
                  </a:cubicBezTo>
                  <a:cubicBezTo>
                    <a:pt x="1261" y="1364"/>
                    <a:pt x="1598" y="1087"/>
                    <a:pt x="1598" y="674"/>
                  </a:cubicBezTo>
                  <a:cubicBezTo>
                    <a:pt x="1598" y="308"/>
                    <a:pt x="1302" y="1"/>
                    <a:pt x="940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8172;p90">
              <a:extLst>
                <a:ext uri="{FF2B5EF4-FFF2-40B4-BE49-F238E27FC236}">
                  <a16:creationId xmlns:a16="http://schemas.microsoft.com/office/drawing/2014/main" id="{2F3519E7-E30F-9476-5B4E-39D9FBF02DCF}"/>
                </a:ext>
              </a:extLst>
            </p:cNvPr>
            <p:cNvSpPr/>
            <p:nvPr/>
          </p:nvSpPr>
          <p:spPr>
            <a:xfrm>
              <a:off x="1035948" y="3523258"/>
              <a:ext cx="15766" cy="20677"/>
            </a:xfrm>
            <a:custGeom>
              <a:avLst/>
              <a:gdLst/>
              <a:ahLst/>
              <a:cxnLst/>
              <a:rect l="l" t="t" r="r" b="b"/>
              <a:pathLst>
                <a:path w="1053" h="1381" extrusionOk="0">
                  <a:moveTo>
                    <a:pt x="295" y="1"/>
                  </a:moveTo>
                  <a:lnTo>
                    <a:pt x="295" y="22"/>
                  </a:lnTo>
                  <a:cubicBezTo>
                    <a:pt x="190" y="22"/>
                    <a:pt x="106" y="43"/>
                    <a:pt x="1" y="85"/>
                  </a:cubicBezTo>
                  <a:cubicBezTo>
                    <a:pt x="527" y="316"/>
                    <a:pt x="527" y="1073"/>
                    <a:pt x="1" y="1325"/>
                  </a:cubicBezTo>
                  <a:cubicBezTo>
                    <a:pt x="90" y="1363"/>
                    <a:pt x="183" y="1380"/>
                    <a:pt x="274" y="1380"/>
                  </a:cubicBezTo>
                  <a:cubicBezTo>
                    <a:pt x="588" y="1380"/>
                    <a:pt x="882" y="1168"/>
                    <a:pt x="947" y="842"/>
                  </a:cubicBezTo>
                  <a:cubicBezTo>
                    <a:pt x="1052" y="421"/>
                    <a:pt x="737" y="22"/>
                    <a:pt x="295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8173;p90">
              <a:extLst>
                <a:ext uri="{FF2B5EF4-FFF2-40B4-BE49-F238E27FC236}">
                  <a16:creationId xmlns:a16="http://schemas.microsoft.com/office/drawing/2014/main" id="{526A17A6-10A4-00EA-8582-0B877A88992F}"/>
                </a:ext>
              </a:extLst>
            </p:cNvPr>
            <p:cNvSpPr/>
            <p:nvPr/>
          </p:nvSpPr>
          <p:spPr>
            <a:xfrm>
              <a:off x="1012666" y="3484854"/>
              <a:ext cx="19839" cy="17144"/>
            </a:xfrm>
            <a:custGeom>
              <a:avLst/>
              <a:gdLst/>
              <a:ahLst/>
              <a:cxnLst/>
              <a:rect l="l" t="t" r="r" b="b"/>
              <a:pathLst>
                <a:path w="1325" h="1145" extrusionOk="0">
                  <a:moveTo>
                    <a:pt x="757" y="1"/>
                  </a:moveTo>
                  <a:cubicBezTo>
                    <a:pt x="252" y="1"/>
                    <a:pt x="0" y="610"/>
                    <a:pt x="358" y="968"/>
                  </a:cubicBezTo>
                  <a:cubicBezTo>
                    <a:pt x="473" y="1090"/>
                    <a:pt x="616" y="1145"/>
                    <a:pt x="755" y="1145"/>
                  </a:cubicBezTo>
                  <a:cubicBezTo>
                    <a:pt x="1046" y="1145"/>
                    <a:pt x="1325" y="909"/>
                    <a:pt x="1325" y="568"/>
                  </a:cubicBezTo>
                  <a:cubicBezTo>
                    <a:pt x="1325" y="253"/>
                    <a:pt x="1072" y="1"/>
                    <a:pt x="757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8174;p90">
              <a:extLst>
                <a:ext uri="{FF2B5EF4-FFF2-40B4-BE49-F238E27FC236}">
                  <a16:creationId xmlns:a16="http://schemas.microsoft.com/office/drawing/2014/main" id="{E22E26AC-93EF-3D08-1B81-7A30EA4D7615}"/>
                </a:ext>
              </a:extLst>
            </p:cNvPr>
            <p:cNvSpPr/>
            <p:nvPr/>
          </p:nvSpPr>
          <p:spPr>
            <a:xfrm>
              <a:off x="1020527" y="3484854"/>
              <a:ext cx="12622" cy="16934"/>
            </a:xfrm>
            <a:custGeom>
              <a:avLst/>
              <a:gdLst/>
              <a:ahLst/>
              <a:cxnLst/>
              <a:rect l="l" t="t" r="r" b="b"/>
              <a:pathLst>
                <a:path w="843" h="1131" extrusionOk="0">
                  <a:moveTo>
                    <a:pt x="232" y="1"/>
                  </a:moveTo>
                  <a:cubicBezTo>
                    <a:pt x="169" y="1"/>
                    <a:pt x="85" y="22"/>
                    <a:pt x="1" y="43"/>
                  </a:cubicBezTo>
                  <a:cubicBezTo>
                    <a:pt x="484" y="253"/>
                    <a:pt x="484" y="905"/>
                    <a:pt x="1" y="1094"/>
                  </a:cubicBezTo>
                  <a:cubicBezTo>
                    <a:pt x="59" y="1119"/>
                    <a:pt x="114" y="1130"/>
                    <a:pt x="166" y="1130"/>
                  </a:cubicBezTo>
                  <a:cubicBezTo>
                    <a:pt x="674" y="1130"/>
                    <a:pt x="843" y="20"/>
                    <a:pt x="232" y="1"/>
                  </a:cubicBezTo>
                  <a:close/>
                </a:path>
              </a:pathLst>
            </a:custGeom>
            <a:solidFill>
              <a:srgbClr val="223D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8175;p90">
              <a:extLst>
                <a:ext uri="{FF2B5EF4-FFF2-40B4-BE49-F238E27FC236}">
                  <a16:creationId xmlns:a16="http://schemas.microsoft.com/office/drawing/2014/main" id="{943F0B7F-D217-A512-4902-AE47055054E8}"/>
                </a:ext>
              </a:extLst>
            </p:cNvPr>
            <p:cNvSpPr/>
            <p:nvPr/>
          </p:nvSpPr>
          <p:spPr>
            <a:xfrm>
              <a:off x="918534" y="3642559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1" y="674"/>
                  </a:lnTo>
                  <a:lnTo>
                    <a:pt x="1325" y="674"/>
                  </a:lnTo>
                  <a:cubicBezTo>
                    <a:pt x="1515" y="674"/>
                    <a:pt x="1662" y="526"/>
                    <a:pt x="1662" y="337"/>
                  </a:cubicBezTo>
                  <a:cubicBezTo>
                    <a:pt x="1662" y="148"/>
                    <a:pt x="1494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8176;p90">
              <a:extLst>
                <a:ext uri="{FF2B5EF4-FFF2-40B4-BE49-F238E27FC236}">
                  <a16:creationId xmlns:a16="http://schemas.microsoft.com/office/drawing/2014/main" id="{6E8F41ED-059F-102F-EFB2-E81A2ACE80BF}"/>
                </a:ext>
              </a:extLst>
            </p:cNvPr>
            <p:cNvSpPr/>
            <p:nvPr/>
          </p:nvSpPr>
          <p:spPr>
            <a:xfrm>
              <a:off x="933342" y="3615175"/>
              <a:ext cx="24555" cy="10091"/>
            </a:xfrm>
            <a:custGeom>
              <a:avLst/>
              <a:gdLst/>
              <a:ahLst/>
              <a:cxnLst/>
              <a:rect l="l" t="t" r="r" b="b"/>
              <a:pathLst>
                <a:path w="1640" h="674" extrusionOk="0">
                  <a:moveTo>
                    <a:pt x="357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40" y="526"/>
                    <a:pt x="1640" y="337"/>
                  </a:cubicBezTo>
                  <a:cubicBezTo>
                    <a:pt x="1640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8177;p90">
              <a:extLst>
                <a:ext uri="{FF2B5EF4-FFF2-40B4-BE49-F238E27FC236}">
                  <a16:creationId xmlns:a16="http://schemas.microsoft.com/office/drawing/2014/main" id="{195FE849-4F25-3A62-EA04-25E52C695B68}"/>
                </a:ext>
              </a:extLst>
            </p:cNvPr>
            <p:cNvSpPr/>
            <p:nvPr/>
          </p:nvSpPr>
          <p:spPr>
            <a:xfrm>
              <a:off x="947820" y="3587790"/>
              <a:ext cx="24884" cy="10091"/>
            </a:xfrm>
            <a:custGeom>
              <a:avLst/>
              <a:gdLst/>
              <a:ahLst/>
              <a:cxnLst/>
              <a:rect l="l" t="t" r="r" b="b"/>
              <a:pathLst>
                <a:path w="1662" h="674" extrusionOk="0">
                  <a:moveTo>
                    <a:pt x="358" y="1"/>
                  </a:moveTo>
                  <a:lnTo>
                    <a:pt x="0" y="673"/>
                  </a:lnTo>
                  <a:lnTo>
                    <a:pt x="1304" y="673"/>
                  </a:lnTo>
                  <a:cubicBezTo>
                    <a:pt x="1493" y="673"/>
                    <a:pt x="1661" y="526"/>
                    <a:pt x="1661" y="337"/>
                  </a:cubicBezTo>
                  <a:cubicBezTo>
                    <a:pt x="1661" y="148"/>
                    <a:pt x="1493" y="1"/>
                    <a:pt x="1304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8178;p90">
              <a:extLst>
                <a:ext uri="{FF2B5EF4-FFF2-40B4-BE49-F238E27FC236}">
                  <a16:creationId xmlns:a16="http://schemas.microsoft.com/office/drawing/2014/main" id="{2E2F7E83-8D0B-408E-81AD-1A4E52FDB934}"/>
                </a:ext>
              </a:extLst>
            </p:cNvPr>
            <p:cNvSpPr/>
            <p:nvPr/>
          </p:nvSpPr>
          <p:spPr>
            <a:xfrm>
              <a:off x="962299" y="3560405"/>
              <a:ext cx="24884" cy="10406"/>
            </a:xfrm>
            <a:custGeom>
              <a:avLst/>
              <a:gdLst/>
              <a:ahLst/>
              <a:cxnLst/>
              <a:rect l="l" t="t" r="r" b="b"/>
              <a:pathLst>
                <a:path w="1662" h="695" extrusionOk="0">
                  <a:moveTo>
                    <a:pt x="379" y="0"/>
                  </a:moveTo>
                  <a:lnTo>
                    <a:pt x="0" y="694"/>
                  </a:lnTo>
                  <a:lnTo>
                    <a:pt x="1325" y="694"/>
                  </a:lnTo>
                  <a:cubicBezTo>
                    <a:pt x="1514" y="694"/>
                    <a:pt x="1661" y="526"/>
                    <a:pt x="1661" y="337"/>
                  </a:cubicBezTo>
                  <a:cubicBezTo>
                    <a:pt x="1640" y="148"/>
                    <a:pt x="1493" y="0"/>
                    <a:pt x="1304" y="0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8179;p90">
              <a:extLst>
                <a:ext uri="{FF2B5EF4-FFF2-40B4-BE49-F238E27FC236}">
                  <a16:creationId xmlns:a16="http://schemas.microsoft.com/office/drawing/2014/main" id="{7353C901-2575-DC8B-DDEA-7A9DF2B2C671}"/>
                </a:ext>
              </a:extLst>
            </p:cNvPr>
            <p:cNvSpPr/>
            <p:nvPr/>
          </p:nvSpPr>
          <p:spPr>
            <a:xfrm>
              <a:off x="984637" y="3359564"/>
              <a:ext cx="85957" cy="26456"/>
            </a:xfrm>
            <a:custGeom>
              <a:avLst/>
              <a:gdLst/>
              <a:ahLst/>
              <a:cxnLst/>
              <a:rect l="l" t="t" r="r" b="b"/>
              <a:pathLst>
                <a:path w="5741" h="1767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lnTo>
                    <a:pt x="1" y="1325"/>
                  </a:lnTo>
                  <a:cubicBezTo>
                    <a:pt x="1" y="1557"/>
                    <a:pt x="190" y="1767"/>
                    <a:pt x="442" y="1767"/>
                  </a:cubicBezTo>
                  <a:lnTo>
                    <a:pt x="5299" y="1767"/>
                  </a:lnTo>
                  <a:cubicBezTo>
                    <a:pt x="5530" y="1767"/>
                    <a:pt x="5741" y="1557"/>
                    <a:pt x="5741" y="1325"/>
                  </a:cubicBezTo>
                  <a:lnTo>
                    <a:pt x="5741" y="442"/>
                  </a:lnTo>
                  <a:cubicBezTo>
                    <a:pt x="5720" y="190"/>
                    <a:pt x="5530" y="1"/>
                    <a:pt x="5299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8180;p90">
              <a:extLst>
                <a:ext uri="{FF2B5EF4-FFF2-40B4-BE49-F238E27FC236}">
                  <a16:creationId xmlns:a16="http://schemas.microsoft.com/office/drawing/2014/main" id="{D4FD7B6C-6CB1-EB58-5760-ECC455F573F5}"/>
                </a:ext>
              </a:extLst>
            </p:cNvPr>
            <p:cNvSpPr/>
            <p:nvPr/>
          </p:nvSpPr>
          <p:spPr>
            <a:xfrm>
              <a:off x="1037535" y="3359564"/>
              <a:ext cx="33059" cy="26456"/>
            </a:xfrm>
            <a:custGeom>
              <a:avLst/>
              <a:gdLst/>
              <a:ahLst/>
              <a:cxnLst/>
              <a:rect l="l" t="t" r="r" b="b"/>
              <a:pathLst>
                <a:path w="2208" h="1767" extrusionOk="0">
                  <a:moveTo>
                    <a:pt x="0" y="1"/>
                  </a:moveTo>
                  <a:cubicBezTo>
                    <a:pt x="231" y="1"/>
                    <a:pt x="421" y="190"/>
                    <a:pt x="442" y="442"/>
                  </a:cubicBezTo>
                  <a:lnTo>
                    <a:pt x="442" y="1325"/>
                  </a:lnTo>
                  <a:cubicBezTo>
                    <a:pt x="442" y="1557"/>
                    <a:pt x="231" y="1767"/>
                    <a:pt x="0" y="1767"/>
                  </a:cubicBezTo>
                  <a:lnTo>
                    <a:pt x="1766" y="1767"/>
                  </a:lnTo>
                  <a:cubicBezTo>
                    <a:pt x="1997" y="1767"/>
                    <a:pt x="2208" y="1557"/>
                    <a:pt x="2208" y="1325"/>
                  </a:cubicBezTo>
                  <a:lnTo>
                    <a:pt x="2208" y="442"/>
                  </a:lnTo>
                  <a:cubicBezTo>
                    <a:pt x="2187" y="190"/>
                    <a:pt x="1997" y="1"/>
                    <a:pt x="1766" y="1"/>
                  </a:cubicBezTo>
                  <a:close/>
                </a:path>
              </a:pathLst>
            </a:custGeom>
            <a:solidFill>
              <a:srgbClr val="DDE4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5" name="圖片 84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1FEB1191-2A30-C066-4EE1-91FA752D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33" y="493043"/>
            <a:ext cx="643466" cy="643466"/>
          </a:xfrm>
          <a:prstGeom prst="rect">
            <a:avLst/>
          </a:prstGeom>
        </p:spPr>
      </p:pic>
      <p:pic>
        <p:nvPicPr>
          <p:cNvPr id="87" name="圖片 86" descr="一張含有 圓形, 黃色 的圖片&#10;&#10;AI 產生的內容可能不正確。">
            <a:extLst>
              <a:ext uri="{FF2B5EF4-FFF2-40B4-BE49-F238E27FC236}">
                <a16:creationId xmlns:a16="http://schemas.microsoft.com/office/drawing/2014/main" id="{A6C568B5-A992-2EC3-6048-1ECB2BAB7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94" y="434114"/>
            <a:ext cx="643466" cy="643466"/>
          </a:xfrm>
          <a:prstGeom prst="rect">
            <a:avLst/>
          </a:prstGeom>
        </p:spPr>
      </p:pic>
      <p:grpSp>
        <p:nvGrpSpPr>
          <p:cNvPr id="89" name="群組 88">
            <a:extLst>
              <a:ext uri="{FF2B5EF4-FFF2-40B4-BE49-F238E27FC236}">
                <a16:creationId xmlns:a16="http://schemas.microsoft.com/office/drawing/2014/main" id="{FAE81654-4D72-2D2A-F1AC-D47C6BAA71DF}"/>
              </a:ext>
            </a:extLst>
          </p:cNvPr>
          <p:cNvGrpSpPr/>
          <p:nvPr/>
        </p:nvGrpSpPr>
        <p:grpSpPr>
          <a:xfrm rot="21124692">
            <a:off x="8328829" y="1733160"/>
            <a:ext cx="312976" cy="461640"/>
            <a:chOff x="8459652" y="4365431"/>
            <a:chExt cx="312976" cy="461640"/>
          </a:xfrm>
        </p:grpSpPr>
        <p:pic>
          <p:nvPicPr>
            <p:cNvPr id="7" name="圖片 6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BE47F80F-64F0-AA3A-A2D6-6A2250B93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59652" y="4365431"/>
              <a:ext cx="294545" cy="294545"/>
            </a:xfrm>
            <a:prstGeom prst="rect">
              <a:avLst/>
            </a:prstGeom>
          </p:spPr>
        </p:pic>
        <p:pic>
          <p:nvPicPr>
            <p:cNvPr id="88" name="圖片 87" descr="一張含有 螢幕擷取畫面, 圖形, 鮮豔, 三角形 的圖片&#10;&#10;AI 產生的內容可能不正確。">
              <a:extLst>
                <a:ext uri="{FF2B5EF4-FFF2-40B4-BE49-F238E27FC236}">
                  <a16:creationId xmlns:a16="http://schemas.microsoft.com/office/drawing/2014/main" id="{15232CCD-534E-DD59-4FB7-CBB4909BB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505246">
              <a:off x="8478083" y="4532526"/>
              <a:ext cx="294545" cy="294545"/>
            </a:xfrm>
            <a:prstGeom prst="rect">
              <a:avLst/>
            </a:prstGeom>
          </p:spPr>
        </p:pic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D4516A4A-F214-6F3E-1FFC-D75C5B479C55}"/>
              </a:ext>
            </a:extLst>
          </p:cNvPr>
          <p:cNvGrpSpPr/>
          <p:nvPr/>
        </p:nvGrpSpPr>
        <p:grpSpPr>
          <a:xfrm>
            <a:off x="455033" y="761320"/>
            <a:ext cx="1828801" cy="205848"/>
            <a:chOff x="455033" y="761320"/>
            <a:chExt cx="1828801" cy="205848"/>
          </a:xfrm>
        </p:grpSpPr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EB3719D9-EBB5-7531-A0F1-1B63AE2C2A4B}"/>
                </a:ext>
              </a:extLst>
            </p:cNvPr>
            <p:cNvSpPr/>
            <p:nvPr/>
          </p:nvSpPr>
          <p:spPr>
            <a:xfrm>
              <a:off x="455033" y="761320"/>
              <a:ext cx="1828800" cy="205848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BAB2AEA6-9E10-BC0B-67FF-714E3DB1CAD8}"/>
                </a:ext>
              </a:extLst>
            </p:cNvPr>
            <p:cNvSpPr/>
            <p:nvPr/>
          </p:nvSpPr>
          <p:spPr>
            <a:xfrm>
              <a:off x="1425772" y="761320"/>
              <a:ext cx="858062" cy="2058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0" name="矩形 169">
            <a:extLst>
              <a:ext uri="{FF2B5EF4-FFF2-40B4-BE49-F238E27FC236}">
                <a16:creationId xmlns:a16="http://schemas.microsoft.com/office/drawing/2014/main" id="{AA1B8DDD-3684-43B7-8F83-C744AD7FB8F9}"/>
              </a:ext>
            </a:extLst>
          </p:cNvPr>
          <p:cNvSpPr/>
          <p:nvPr/>
        </p:nvSpPr>
        <p:spPr>
          <a:xfrm>
            <a:off x="455033" y="188556"/>
            <a:ext cx="1828800" cy="2058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764BAC45-F2D8-D987-B295-5A930ECB0910}"/>
              </a:ext>
            </a:extLst>
          </p:cNvPr>
          <p:cNvSpPr/>
          <p:nvPr/>
        </p:nvSpPr>
        <p:spPr>
          <a:xfrm>
            <a:off x="4221871" y="-196480"/>
            <a:ext cx="742511" cy="2618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9" name="圖片 118" descr="一張含有 設計, 折紙 的圖片&#10;&#10;AI 產生的內容可能不正確。">
            <a:extLst>
              <a:ext uri="{FF2B5EF4-FFF2-40B4-BE49-F238E27FC236}">
                <a16:creationId xmlns:a16="http://schemas.microsoft.com/office/drawing/2014/main" id="{12C290BF-061D-058D-C8F8-A2F4B7AD1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667" y="1772721"/>
            <a:ext cx="1070863" cy="1070863"/>
          </a:xfrm>
          <a:prstGeom prst="rect">
            <a:avLst/>
          </a:prstGeom>
        </p:spPr>
      </p:pic>
      <p:pic>
        <p:nvPicPr>
          <p:cNvPr id="124" name="圖片 123" descr="一張含有 符號, 標誌, 設計, 創造力 的圖片&#10;&#10;AI 產生的內容可能不正確。">
            <a:extLst>
              <a:ext uri="{FF2B5EF4-FFF2-40B4-BE49-F238E27FC236}">
                <a16:creationId xmlns:a16="http://schemas.microsoft.com/office/drawing/2014/main" id="{5AB211EF-D310-792E-C7CE-517183FEB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384579"/>
            <a:ext cx="819511" cy="819511"/>
          </a:xfrm>
          <a:prstGeom prst="rect">
            <a:avLst/>
          </a:prstGeom>
        </p:spPr>
      </p:pic>
      <p:sp>
        <p:nvSpPr>
          <p:cNvPr id="86" name="矩形 85">
            <a:extLst>
              <a:ext uri="{FF2B5EF4-FFF2-40B4-BE49-F238E27FC236}">
                <a16:creationId xmlns:a16="http://schemas.microsoft.com/office/drawing/2014/main" id="{1F7B3C76-F5BE-1676-082F-56586E0305D4}"/>
              </a:ext>
            </a:extLst>
          </p:cNvPr>
          <p:cNvSpPr/>
          <p:nvPr/>
        </p:nvSpPr>
        <p:spPr>
          <a:xfrm rot="5400000">
            <a:off x="2693811" y="151942"/>
            <a:ext cx="742511" cy="3798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8" name="群組 177">
            <a:extLst>
              <a:ext uri="{FF2B5EF4-FFF2-40B4-BE49-F238E27FC236}">
                <a16:creationId xmlns:a16="http://schemas.microsoft.com/office/drawing/2014/main" id="{8FE23E0D-2FB8-4D61-2D10-96776E124F2A}"/>
              </a:ext>
            </a:extLst>
          </p:cNvPr>
          <p:cNvGrpSpPr/>
          <p:nvPr/>
        </p:nvGrpSpPr>
        <p:grpSpPr>
          <a:xfrm rot="10800000">
            <a:off x="1132557" y="2758725"/>
            <a:ext cx="795411" cy="1694909"/>
            <a:chOff x="3867557" y="2551610"/>
            <a:chExt cx="795411" cy="1694909"/>
          </a:xfrm>
        </p:grpSpPr>
        <p:pic>
          <p:nvPicPr>
            <p:cNvPr id="177" name="圖片 176" descr="一張含有 設計 的圖片&#10;&#10;AI 產生的內容可能不正確。">
              <a:extLst>
                <a:ext uri="{FF2B5EF4-FFF2-40B4-BE49-F238E27FC236}">
                  <a16:creationId xmlns:a16="http://schemas.microsoft.com/office/drawing/2014/main" id="{7070A885-224C-1C70-7BF3-4182D5AA5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867557" y="2551610"/>
              <a:ext cx="780290" cy="1694909"/>
            </a:xfrm>
            <a:prstGeom prst="rect">
              <a:avLst/>
            </a:prstGeom>
          </p:spPr>
        </p:pic>
        <p:pic>
          <p:nvPicPr>
            <p:cNvPr id="175" name="圖片 174" descr="一張含有 寫生, 圖畫, 黑與白, 設計 的圖片&#10;&#10;AI 產生的內容可能不正確。">
              <a:extLst>
                <a:ext uri="{FF2B5EF4-FFF2-40B4-BE49-F238E27FC236}">
                  <a16:creationId xmlns:a16="http://schemas.microsoft.com/office/drawing/2014/main" id="{6CD5D299-A2B6-605C-309F-22101E7A7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67557" y="3416439"/>
              <a:ext cx="795411" cy="795411"/>
            </a:xfrm>
            <a:prstGeom prst="rect">
              <a:avLst/>
            </a:prstGeom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9F03474C-CDA3-47D7-C1BC-7C4416F55AD2}"/>
              </a:ext>
            </a:extLst>
          </p:cNvPr>
          <p:cNvSpPr/>
          <p:nvPr/>
        </p:nvSpPr>
        <p:spPr>
          <a:xfrm>
            <a:off x="1334764" y="188556"/>
            <a:ext cx="942835" cy="205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C9B2B589-7DA8-6163-2C9A-B933E91F4793}"/>
              </a:ext>
            </a:extLst>
          </p:cNvPr>
          <p:cNvSpPr/>
          <p:nvPr/>
        </p:nvSpPr>
        <p:spPr>
          <a:xfrm>
            <a:off x="1165751" y="2009323"/>
            <a:ext cx="742511" cy="742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713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</p:bldLst>
  </p:timing>
</p:sld>
</file>

<file path=ppt/theme/theme1.xml><?xml version="1.0" encoding="utf-8"?>
<a:theme xmlns:a="http://schemas.openxmlformats.org/drawingml/2006/main" name="Mining Engineering Bachelor's Degree by Slidesgo">
  <a:themeElements>
    <a:clrScheme name="Simple Light">
      <a:dk1>
        <a:srgbClr val="3A221E"/>
      </a:dk1>
      <a:lt1>
        <a:srgbClr val="FFFFFF"/>
      </a:lt1>
      <a:dk2>
        <a:srgbClr val="45A3E7"/>
      </a:dk2>
      <a:lt2>
        <a:srgbClr val="84C6F7"/>
      </a:lt2>
      <a:accent1>
        <a:srgbClr val="D45B1E"/>
      </a:accent1>
      <a:accent2>
        <a:srgbClr val="FFE473"/>
      </a:accent2>
      <a:accent3>
        <a:srgbClr val="ED7D45"/>
      </a:accent3>
      <a:accent4>
        <a:srgbClr val="8E7265"/>
      </a:accent4>
      <a:accent5>
        <a:srgbClr val="915443"/>
      </a:accent5>
      <a:accent6>
        <a:srgbClr val="723727"/>
      </a:accent6>
      <a:hlink>
        <a:srgbClr val="3A22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87</Words>
  <Application>Microsoft Office PowerPoint</Application>
  <PresentationFormat>如螢幕大小 (16:9)</PresentationFormat>
  <Paragraphs>58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Manrope Medium</vt:lpstr>
      <vt:lpstr>Lexend</vt:lpstr>
      <vt:lpstr>Mining Engineering Bachelor's Degree by Slidesgo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Hsin Yu Chang</cp:lastModifiedBy>
  <cp:revision>3</cp:revision>
  <dcterms:modified xsi:type="dcterms:W3CDTF">2026-02-07T13:45:12Z</dcterms:modified>
</cp:coreProperties>
</file>